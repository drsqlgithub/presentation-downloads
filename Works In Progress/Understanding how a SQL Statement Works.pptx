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5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son, Louis" userId="1e9fb052-0758-4f58-97c2-53dae8166b4e" providerId="ADAL" clId="{C02D0E78-79A1-46E4-9F52-4179D9505664}"/>
    <pc:docChg chg="addSld">
      <pc:chgData name="Davidson, Louis" userId="1e9fb052-0758-4f58-97c2-53dae8166b4e" providerId="ADAL" clId="{C02D0E78-79A1-46E4-9F52-4179D9505664}" dt="2026-02-22T20:02:29.090" v="0" actId="680"/>
      <pc:docMkLst>
        <pc:docMk/>
      </pc:docMkLst>
      <pc:sldChg chg="new">
        <pc:chgData name="Davidson, Louis" userId="1e9fb052-0758-4f58-97c2-53dae8166b4e" providerId="ADAL" clId="{C02D0E78-79A1-46E4-9F52-4179D9505664}" dt="2026-02-22T20:02:29.090" v="0" actId="680"/>
        <pc:sldMkLst>
          <pc:docMk/>
          <pc:sldMk cId="415084117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F2D2-DC13-7601-4F50-A5D41E153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73DE1-DD66-67A8-1333-C0E9E9E4A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75ED2-5692-4993-E99A-61E666CC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68562-9153-6272-2CF6-A2CFA53D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EFC5A-F584-36EB-8852-E58742F4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C0ED-1C89-A957-FE4F-08FCE030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C8169-A47A-8BF1-C597-2AE6FCDE7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9EE8-D6A2-B873-2B66-D87EA3AF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D599B-7C7E-57F6-4364-62729B9B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0E6CE-9A65-4C22-BDA3-5B4B897E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2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16F8-B39A-078D-74AD-16441352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9C80E-F0E1-29C8-9AFB-2FE0220D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065F-2D81-C281-AD42-82E7CC67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0E88-BD6B-8FDA-2ED1-FE6EC4AA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27EA2-C5FE-3F34-94F8-4B47B173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3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3F65-39AB-A1D4-CA49-D34C5085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B4CAB-08D8-FE89-0384-7C0F7DAEB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25B0E-C1A6-3AD0-CA9D-1C02D4505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86E06-D96F-CB79-47C6-72E5B033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6F78B-E891-B237-D21A-C41F3C9B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E6DEE-1E78-B68F-B068-92612548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0240-BD62-D3EE-C9B8-5F83A0B2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DF95E-C501-F564-EE16-450E996C6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491F5-1F68-8068-05E1-76388E9B2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E4FDF-D1C2-03C0-1159-40FB4F274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1AF7E-96F7-1323-6023-4C8959518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9EFBE-A913-1456-0E86-10F95906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76CB9-D5DB-CC98-4201-5787754D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BFE807-8F37-1AA7-E835-3AE32B07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7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7009-930E-9F80-04F4-7CD9676EC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5A655-0CF9-E6DD-18FA-096DFCB29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6D1DE-18A4-52A8-8B76-54B00D6E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A828D-3773-EAB6-74CB-478CBEE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0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7C6C8-6F13-B028-5D6D-046E803C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900A5-4F6F-FF89-DD38-9F7332E4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BC4AD-C6BD-1D0D-B793-A9EA26D5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9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AAC31-5485-5B72-E6B7-DFEDCAB1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6ADC-EB34-046F-206B-766D743A3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3D04E-E6BD-97A4-53A1-27ABEBA20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D9332-6C76-DBA6-A67D-5D649F8A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56D33-5587-51F9-6A26-412AC774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11E71-ABFF-80F1-63FE-614669A4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3A70-F340-12EC-95DF-8FBE4C5E2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117687-568B-A1D3-777F-A7A9238EE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C21E7-1838-D0E1-5E75-97A02CA28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3627D-87F8-BC87-F03C-8A1E39D6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7628F-AFD7-4FD7-7CCA-FAEB99E7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F10FD-7EE3-B3A0-67CB-4A3BA151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8DC9-AB19-57FC-EC4B-AA2DC6D5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55215-5935-D3C1-3247-2116DE3C6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62472-F8F8-CDA6-ED6F-3E54040A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A163E-766C-F23F-E17A-FD4E2808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669EB-686B-3103-585D-C1AEF48A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3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9E091-7DE3-6A8E-908F-68DB027E9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7EEC9-6F53-0A74-31A7-B34B27BAF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4321C-86CB-E9CB-A909-66131FEB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FA765-9A43-3FC1-CC47-A5E6D93C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778F4-EC6F-DE20-A4A0-063CE023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1D1F0-75E8-F285-AC24-7F286597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89E5E-EA64-000A-292D-DC5BDB31A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35C6-AF83-D297-E6DF-92B4B3685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0D68B-D25A-4993-8340-54814780855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C69F8-5424-EB01-1789-430DD336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9C31-50B0-75C1-18CB-02D6D3D1A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D588B-6909-4620-8012-EC2497B8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2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A28E-BF75-2266-EDB8-2DFC1F80C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1CC7D-3233-5E31-34B6-7BA2607AB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Davidson, Louis</dc:creator>
  <cp:lastModifiedBy>Davidson, Louis</cp:lastModifiedBy>
  <cp:revision>1</cp:revision>
  <dcterms:created xsi:type="dcterms:W3CDTF">2026-02-22T20:02:18Z</dcterms:created>
  <dcterms:modified xsi:type="dcterms:W3CDTF">2026-02-22T20:02:29Z</dcterms:modified>
</cp:coreProperties>
</file>