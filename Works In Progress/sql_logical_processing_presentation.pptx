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3" r:id="rId4"/>
  </p:sldMasterIdLst>
  <p:notesMasterIdLst>
    <p:notesMasterId r:id="rId15"/>
  </p:notesMasterIdLst>
  <p:handoutMasterIdLst>
    <p:handoutMasterId r:id="rId16"/>
  </p:handoutMasterIdLst>
  <p:sldIdLst>
    <p:sldId id="2561" r:id="rId5"/>
    <p:sldId id="2562" r:id="rId6"/>
    <p:sldId id="2563" r:id="rId7"/>
    <p:sldId id="2564" r:id="rId8"/>
    <p:sldId id="2565" r:id="rId9"/>
    <p:sldId id="2566" r:id="rId10"/>
    <p:sldId id="2567" r:id="rId11"/>
    <p:sldId id="2568" r:id="rId12"/>
    <p:sldId id="2569" r:id="rId13"/>
    <p:sldId id="25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w SQL Statements Are Logically Processed" id="{1CF190D2-2440-4A97-88AE-09F152F76690}">
          <p14:sldIdLst>
            <p14:sldId id="2561"/>
          </p14:sldIdLst>
        </p14:section>
        <p14:section name="SQL Logical Processing Concepts" id="{69866A79-E9E5-4C73-8921-2CDEAB166410}">
          <p14:sldIdLst>
            <p14:sldId id="2562"/>
            <p14:sldId id="2563"/>
          </p14:sldIdLst>
        </p14:section>
        <p14:section name="SQL Clause-by-Clause Processing" id="{5C106938-1279-453F-B96B-6C3B206F78DE}">
          <p14:sldIdLst>
            <p14:sldId id="2564"/>
            <p14:sldId id="2565"/>
            <p14:sldId id="2566"/>
            <p14:sldId id="2567"/>
            <p14:sldId id="2568"/>
            <p14:sldId id="2569"/>
            <p14:sldId id="257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1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8D5012-A5DA-4A19-9CAE-AD54548118D4}" v="13" dt="2026-02-22T20:04:51.4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23" autoAdjust="0"/>
    <p:restoredTop sz="94630"/>
  </p:normalViewPr>
  <p:slideViewPr>
    <p:cSldViewPr showGuides="1">
      <p:cViewPr>
        <p:scale>
          <a:sx n="100" d="100"/>
          <a:sy n="100" d="100"/>
        </p:scale>
        <p:origin x="-72" y="-538"/>
      </p:cViewPr>
      <p:guideLst>
        <p:guide orient="horz" pos="2160"/>
        <p:guide pos="3840"/>
      </p:guideLst>
    </p:cSldViewPr>
  </p:slideViewPr>
  <p:notesTextViewPr>
    <p:cViewPr>
      <p:scale>
        <a:sx n="1" d="1"/>
        <a:sy n="1" d="1"/>
      </p:scale>
      <p:origin x="0" y="0"/>
    </p:cViewPr>
  </p:notesTextViewPr>
  <p:sorterViewPr>
    <p:cViewPr>
      <p:scale>
        <a:sx n="100" d="100"/>
        <a:sy n="100" d="100"/>
      </p:scale>
      <p:origin x="0" y="-21892"/>
    </p:cViewPr>
  </p:sorterViewPr>
  <p:notesViewPr>
    <p:cSldViewPr>
      <p:cViewPr varScale="1">
        <p:scale>
          <a:sx n="90" d="100"/>
          <a:sy n="90" d="100"/>
        </p:scale>
        <p:origin x="2920" y="21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2/22/2026</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2/22/2026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306171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Logical Order of SQL Evaluation</a:t>
            </a:r>
          </a:p>
        </p:txBody>
      </p:sp>
      <p:sp>
        <p:nvSpPr>
          <p:cNvPr id="4" name="Slide Number Placeholder 3"/>
          <p:cNvSpPr>
            <a:spLocks noGrp="1"/>
          </p:cNvSpPr>
          <p:nvPr>
            <p:ph type="sldNum" sz="quarter" idx="5"/>
          </p:nvPr>
        </p:nvSpPr>
        <p:spPr/>
        <p:txBody>
          <a:bodyPr/>
          <a:lstStyle/>
          <a:p>
            <a:fld id="{38EFF46E-6B43-41F9-9272-B566D03A251C}" type="slidenum">
              <a:rPr lang="en-US" smtClean="0"/>
              <a:t>2</a:t>
            </a:fld>
            <a:endParaRPr lang="en-US"/>
          </a:p>
        </p:txBody>
      </p:sp>
    </p:spTree>
    <p:extLst>
      <p:ext uri="{BB962C8B-B14F-4D97-AF65-F5344CB8AC3E}">
        <p14:creationId xmlns:p14="http://schemas.microsoft.com/office/powerpoint/2010/main" val="14053471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SQL statements do not execute in the same order they are written, and understanding the logical sequence of operations is essential for correctly interpreting results and constructing efficient queries. Instead of starting with the SELECT clause, SQL begins by identifying and assembling the dataset defined in the FROM clause, including table references, JOIN operations, and subqueries. This foundational step ensures that all potential rows are available before any filtering or transformation occurs. Once SQL identifies the raw dataset, it moves to the WHERE clause, where individual rows are filtered based on non-aggregated conditions, ensuring unnecessary data is removed early. Following filtering, SQL proceeds to the GROUP BY clause to organize rows into groups for aggregation, which is particularly important for summary calculations like sums, averages, and counts. After grouping, SQL evaluates the HAVING clause, allowing additional filtering of aggregated results. Only after these steps does SQL process the SELECT clause, computing expressions and final column values. The ORDER BY clause is executed last, arranging the final output for presentation. This logical flow ensures that SQL produces consistent results regardless of formatting or clause positioning, giving developers a predictable framework for designing queries. Understanding this progression is vital for debugging unexpected behaviors, optimizing performance, and ensuring accurate data interpretation. In practice, this sequence supports complex analytical workloads, such as business intelligence queries that rely heavily on grouping and aggregation. By internalizing the logical order, analysts can write more intuitive queries with fewer errors. Furthermore, knowledge of SQL’s execution order helps avoid misunderstandings such as attempting to reference column aliases in WHERE clauses, which is not permitted because SELECT has not yet executed at that stage. Ultimately, mastering the logical sequence of SQL processing empowers users to harness relational databases more effectively, enabling clearer logic, more powerful analysis, and improved performance across various workloads.</a:t>
            </a:r>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16134681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FROM Clause and JOIN Evaluation, WHERE Clause Row Filtering, GROUP BY and Aggregation, HAVING Clause Group Filtering, SELECT Clause and Output Evaluation, ORDER BY Final Result Sorting</a:t>
            </a: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31844628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FROM clause initiates SQL’s logical processing by determining the source tables and constructing the foundational dataset upon which all subsequent operations rely. This clause includes table references, subqueries, common table expressions, and JOIN operations. SQL first identifies the necessary tables and builds the Cartesian product for JOIN operations, subsequently applying join conditions to reduce the dataset to meaningful associations between related tables. This ensures that only relevant row combinations proceed into later processing steps. During this stage, SQL resolves table aliases, which become essential for referencing columns throughout the remainder of the query. JOINs—whether INNER, LEFT, RIGHT, or FULL—are logically processed at this point, enabling SQL to unify disparate data sources into a single virtual table. Understanding how SQL processes JOINs allows users to anticipate the potential volume of intermediate data, which can impact performance if not managed carefully. Additionally, cross joins and self-joins follow the same rules but require careful consideration to avoid unintended data multiplication. The FROM stage is also responsible for executing table-valued functions and views, expanding them into their underlying definitions before further filtering occurs. This expansion clarifies why conditions cannot be applied to derived column aliases until later in the logical order. The FROM clause effectively sets the stage for every downstream operation, emphasizing the importance of thoughtfully structuring JOIN conditions and ensuring relational integrity. Misconfigured joins at this stage can create duplicates, omit critical data, or apply incorrect associations, leading to inaccurate results throughout the remainder of the query. Thus, mastering the FROM clause prepares users for more predictable and reliable SQL outcomes.</a:t>
            </a:r>
          </a:p>
        </p:txBody>
      </p:sp>
      <p:sp>
        <p:nvSpPr>
          <p:cNvPr id="4" name="Slide Number Placeholder 3"/>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20465408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After SQL assembles the core dataset in the FROM clause, it proceeds to the WHERE clause, which filters rows before any grouping or aggregation occurs. This filtering step targets individual rows rather than aggregate groups, making it a crucial stage for improving query performance and ensuring only relevant data advances to subsequent steps. During WHERE processing, SQL evaluates Boolean expressions that may include comparison operators, logical operators, pattern matching, and non-aggregated mathematical functions. Because the WHERE clause is evaluated prior to the SELECT clause, it cannot reference column aliases defined later, which often causes confusion among new SQL practitioners. Additionally, the WHERE clause can include subqueries that further restrict the dataset by correlating values across tables. Effective use of the WHERE clause not only ensures accuracy but can significantly reduce the computational load of later operations like grouping and sorting by eliminating unnecessary rows early in the process. Complex filter conditions involving AND and OR operators require careful bracket placement to ensure SQL evaluates them as intended. SQL also processes predicate expressions, such as BETWEEN, IN, LIKE, and IS NULL, at this stage, enhancing its ability to refine datasets. Efficient filtering strategies include minimizing function usage on indexed columns to allow index operations to speed up query execution. Ultimately, understanding the WHERE clause’s place in the logical order helps users write more efficient and accurate SQL queries while reducing processing overhead.</a:t>
            </a:r>
          </a:p>
        </p:txBody>
      </p:sp>
      <p:sp>
        <p:nvSpPr>
          <p:cNvPr id="4" name="Slide Number Placeholder 3"/>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37644359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GROUP BY clause represents a pivotal stage in SQL’s logical processing, transforming a row-based dataset into grouped sets that support aggregate calculations. Once SQL has filtered rows through the WHERE clause, it organizes the remaining rows into logical groups based on specified column values. This stage is essential for analytical queries that require summaries such as total sales per region, average transaction values, or counts of activities over time. Understanding how GROUP BY works ensures users avoid common pitfalls such as including non-aggregated columns in the SELECT clause that are not part of the GROUP BY definition, which results in errors. After forming groups, SQL applies aggregation functions—including SUM, AVG, COUNT, MIN, and MAX—to produce summary values for each group. This functionality allows users to condense large datasets into digestible insights. Additionally, SQL may optimize grouping operations based on indexes or pre-aggregated structures, but logical processing ensures consistency regardless of optimization. GROUP BY also influences query design because grouping too early or on excessively granular columns can balloon processing workloads. Careful selection of grouping columns helps ensure meaningful output without unnecessary overhead. Once groups are formed and aggregated, SQL proceeds to the HAVING clause to apply group-level filters that refine the dataset further. Mastery of GROUP BY enables analysts to derive powerful insights from large data sources, supporting reporting, dashboards, and decision-making processes across industries.</a:t>
            </a:r>
          </a:p>
        </p:txBody>
      </p:sp>
      <p:sp>
        <p:nvSpPr>
          <p:cNvPr id="4" name="Slide Number Placeholder 3"/>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28746202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HAVING clause plays an essential role in SQL’s logical processing by filtering aggregated groups after the GROUP BY clause has formed them. Unlike the WHERE clause, which filters individual rows before grouping, HAVING applies conditions to entire groups, allowing users to refine results based on summary values. For example, HAVING enables statements like filtering for regions with total sales greater than a specific threshold or departments with an employee count above a certain number. Aggregated expressions, such as SUM and AVG, are evaluated during this step and can be used freely within HAVING conditions. SQL evaluates the HAVING clause after grouping but before final column selection, ensuring that only qualifying groups continue through the remaining stages. This distinction is vital because attempting to use aggregate functions in a WHERE clause produces errors, emphasizing that aggregation naturally occurs later in the logical sequence. In practice, HAVING is instrumental for producing high-level analytics while maintaining fine-grained control over results. Performance considerations include avoiding unnecessary HAVING conditions if the same filtering logic can be applied earlier at the row level via the WHERE clause, which reduces the number of groups SQL must evaluate. Properly balancing WHERE and HAVING clauses helps optimize query performance and maintain clear query intent. Understanding HAVING’s role allows analysts to construct more sophisticated and meaningful aggregated queries.</a:t>
            </a:r>
          </a:p>
        </p:txBody>
      </p:sp>
      <p:sp>
        <p:nvSpPr>
          <p:cNvPr id="4" name="Slide Number Placeholder 3"/>
          <p:cNvSpPr>
            <a:spLocks noGrp="1"/>
          </p:cNvSpPr>
          <p:nvPr>
            <p:ph type="sldNum" sz="quarter" idx="5"/>
          </p:nvPr>
        </p:nvSpPr>
        <p:spPr/>
        <p:txBody>
          <a:bodyPr/>
          <a:lstStyle/>
          <a:p>
            <a:fld id="{38EFF46E-6B43-41F9-9272-B566D03A251C}" type="slidenum">
              <a:rPr lang="en-US" smtClean="0"/>
              <a:t>8</a:t>
            </a:fld>
            <a:endParaRPr lang="en-US"/>
          </a:p>
        </p:txBody>
      </p:sp>
    </p:spTree>
    <p:extLst>
      <p:ext uri="{BB962C8B-B14F-4D97-AF65-F5344CB8AC3E}">
        <p14:creationId xmlns:p14="http://schemas.microsoft.com/office/powerpoint/2010/main" val="19351156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Only after SQL has completed dataset assembly, row filtering, grouping, and group-level filtering does it execute the SELECT clause. At this stage, SQL computes expressions, evaluates column aliases, and determines the final structure of the output. The SELECT clause may reference aggregated values, mathematical expressions, case statements, and functions, making it highly flexible for shaping final query results. One important aspect of SELECT processing is that column aliases become available only after evaluation, explaining why they cannot be used in earlier clauses such as WHERE. SQL constructs the result set column by column, ensuring each expression is evaluated in the context of the logically processed dataset. This stage also determines data types, formatting, and any derived values that appear in the final output. Additionally, SELECT is responsible for resolving DISTINCT operations, which remove duplicate rows after all expressions are evaluated. DISTINCT itself triggers a secondary grouping-like operation internally, emphasizing the importance of understanding query intent. The SELECT clause completes the logical construction of the output before SQL moves to ordering the data. Because SELECT governs how results are shaped, it provides powerful tools for reporting, transformation, and preparation of data for downstream applications. Analysts and developers rely on SELECT heavily to express business logic and produce meaningful datasets that drive data-driven decisions.</a:t>
            </a:r>
          </a:p>
        </p:txBody>
      </p:sp>
      <p:sp>
        <p:nvSpPr>
          <p:cNvPr id="4" name="Slide Number Placeholder 3"/>
          <p:cNvSpPr>
            <a:spLocks noGrp="1"/>
          </p:cNvSpPr>
          <p:nvPr>
            <p:ph type="sldNum" sz="quarter" idx="5"/>
          </p:nvPr>
        </p:nvSpPr>
        <p:spPr/>
        <p:txBody>
          <a:bodyPr/>
          <a:lstStyle/>
          <a:p>
            <a:fld id="{38EFF46E-6B43-41F9-9272-B566D03A251C}" type="slidenum">
              <a:rPr lang="en-US" smtClean="0"/>
              <a:t>9</a:t>
            </a:fld>
            <a:endParaRPr lang="en-US"/>
          </a:p>
        </p:txBody>
      </p:sp>
    </p:spTree>
    <p:extLst>
      <p:ext uri="{BB962C8B-B14F-4D97-AF65-F5344CB8AC3E}">
        <p14:creationId xmlns:p14="http://schemas.microsoft.com/office/powerpoint/2010/main" val="14428480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ORDER BY clause represents the final step in SQL’s logical processing sequence, applying sorting operations to the fully constructed result set. At this stage, SQL has already assembled, filtered, grouped, aggregated, and shaped the dataset into its final form. ORDER BY uses column names, aliases, or ordinal positions to determine how the output should be sorted, whether ascending or descending. Because sorting can be computationally expensive, especially for large datasets, SQL may rely on indexes to optimize performance when available. However, the logical processing order ensures that ORDER BY always operates on the final result, even if certain optimizations occur behind the scenes. ORDER BY also plays a critical role in window functions, which depend on sorted partitions to compute running totals, rankings, and other analytical metrics. Without a clear understanding of the final-sort position in SQL’s logical order, users may misunderstand why certain operations cannot reference column aliases earlier in the query. Additionally, ORDER BY ensures predictable presentation of results for reporting, data exports, and user interfaces that require consistent ordering. In practice, ORDER BY allows analysts to express business requirements such as sorting by newest transactions, highest sales, or alphabetical customer names. This final step closes the sequence of SQL logical processing, completing the transformation from raw data to refined output.</a:t>
            </a:r>
          </a:p>
        </p:txBody>
      </p:sp>
      <p:sp>
        <p:nvSpPr>
          <p:cNvPr id="4" name="Slide Number Placeholder 3"/>
          <p:cNvSpPr>
            <a:spLocks noGrp="1"/>
          </p:cNvSpPr>
          <p:nvPr>
            <p:ph type="sldNum" sz="quarter" idx="5"/>
          </p:nvPr>
        </p:nvSpPr>
        <p:spPr/>
        <p:txBody>
          <a:bodyPr/>
          <a:lstStyle/>
          <a:p>
            <a:fld id="{38EFF46E-6B43-41F9-9272-B566D03A251C}" type="slidenum">
              <a:rPr lang="en-US" smtClean="0"/>
              <a:t>10</a:t>
            </a:fld>
            <a:endParaRPr lang="en-US"/>
          </a:p>
        </p:txBody>
      </p:sp>
    </p:spTree>
    <p:extLst>
      <p:ext uri="{BB962C8B-B14F-4D97-AF65-F5344CB8AC3E}">
        <p14:creationId xmlns:p14="http://schemas.microsoft.com/office/powerpoint/2010/main" val="30308209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685800"/>
            <a:ext cx="10055354" cy="4007406"/>
          </a:xfrm>
        </p:spPr>
        <p:txBody>
          <a:bodyPr vert="horz" lIns="91440" tIns="45720" rIns="91440" bIns="45720" rtlCol="0" anchor="t">
            <a:noAutofit/>
          </a:bodyPr>
          <a:lstStyle>
            <a:lvl1pPr>
              <a:defRPr lang="en-US" sz="9000" dirty="0">
                <a:solidFill>
                  <a:schemeClr val="bg2"/>
                </a:solidFill>
              </a:defRPr>
            </a:lvl1pPr>
          </a:lstStyle>
          <a:p>
            <a:pPr lvl="0"/>
            <a:r>
              <a:rPr lang="en-US" dirty="0"/>
              <a:t>Click to edit Master title style</a:t>
            </a:r>
          </a:p>
        </p:txBody>
      </p:sp>
      <p:sp>
        <p:nvSpPr>
          <p:cNvPr id="14" name="Subtitle 2">
            <a:extLst>
              <a:ext uri="{FF2B5EF4-FFF2-40B4-BE49-F238E27FC236}">
                <a16:creationId xmlns:a16="http://schemas.microsoft.com/office/drawing/2014/main" id="{29A3647E-D38D-4EA6-ADC1-75AA53F8988F}"/>
              </a:ext>
            </a:extLst>
          </p:cNvPr>
          <p:cNvSpPr>
            <a:spLocks noGrp="1"/>
          </p:cNvSpPr>
          <p:nvPr>
            <p:ph type="subTitle" idx="1"/>
          </p:nvPr>
        </p:nvSpPr>
        <p:spPr>
          <a:xfrm>
            <a:off x="609598" y="5427002"/>
            <a:ext cx="9144001" cy="745198"/>
          </a:xfrm>
        </p:spPr>
        <p:txBody>
          <a:bodyPr vert="horz" lIns="91440" tIns="45720" rIns="91440" bIns="45720" rtlCol="0" anchor="t">
            <a:noAutofit/>
          </a:bodyPr>
          <a:lstStyle>
            <a:lvl1pPr>
              <a:defRPr lang="en-US" dirty="0">
                <a:solidFill>
                  <a:schemeClr val="bg2"/>
                </a:solidFill>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1"/>
                </a:solidFill>
              </a:defRPr>
            </a:lvl1pPr>
          </a:lstStyle>
          <a:p>
            <a:fld id="{77EA5D59-5512-467D-834D-D04827A6AF83}" type="datetime1">
              <a:rPr lang="en-US" smtClean="0"/>
              <a:pPr/>
              <a:t>2/22/2026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7" name="Freeform: Shape 6">
            <a:extLst>
              <a:ext uri="{FF2B5EF4-FFF2-40B4-BE49-F238E27FC236}">
                <a16:creationId xmlns:a16="http://schemas.microsoft.com/office/drawing/2014/main" id="{50459DEE-913E-5261-4E77-AF3657E3AE0B}"/>
              </a:ext>
            </a:extLst>
          </p:cNvPr>
          <p:cNvSpPr/>
          <p:nvPr/>
        </p:nvSpPr>
        <p:spPr>
          <a:xfrm>
            <a:off x="11250895" y="4648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52F9BC4F-9D44-3587-056B-336E1457A6E2}"/>
              </a:ext>
            </a:extLst>
          </p:cNvPr>
          <p:cNvSpPr/>
          <p:nvPr/>
        </p:nvSpPr>
        <p:spPr>
          <a:xfrm>
            <a:off x="685800" y="4998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09D5EC-E7EA-22BC-7C88-C33F509CB5CF}"/>
              </a:ext>
            </a:extLst>
          </p:cNvPr>
          <p:cNvSpPr/>
          <p:nvPr/>
        </p:nvSpPr>
        <p:spPr>
          <a:xfrm>
            <a:off x="10998565" y="4730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98E9758-F942-96A0-231D-A25933E4CA82}"/>
              </a:ext>
            </a:extLst>
          </p:cNvPr>
          <p:cNvSpPr/>
          <p:nvPr/>
        </p:nvSpPr>
        <p:spPr>
          <a:xfrm>
            <a:off x="10976145" y="4730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36651502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63655" cy="762001"/>
          </a:xfrm>
        </p:spPr>
        <p:txBody>
          <a:bodyPr anchor="b">
            <a:noAutofit/>
          </a:body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828800"/>
            <a:ext cx="10963656" cy="4343400"/>
          </a:xfrm>
        </p:spPr>
        <p:txBody>
          <a:bodyPr>
            <a:noAutofit/>
          </a:bodyPr>
          <a:lstStyle>
            <a:lvl1pPr>
              <a:lnSpc>
                <a:spcPct val="1000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B42362D5-E350-46C5-8BB1-F9E806A91933}" type="datetime1">
              <a:rPr lang="en-US" smtClean="0"/>
              <a:t>2/22/2026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64317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tx2"/>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C6C0090-085A-1FB3-B3B7-D8DA73A125FE}"/>
              </a:ext>
            </a:extLst>
          </p:cNvPr>
          <p:cNvSpPr>
            <a:spLocks noGrp="1"/>
          </p:cNvSpPr>
          <p:nvPr>
            <p:ph type="ctrTitle"/>
          </p:nvPr>
        </p:nvSpPr>
        <p:spPr>
          <a:xfrm>
            <a:off x="614172" y="4419600"/>
            <a:ext cx="10963657" cy="1352245"/>
          </a:xfrm>
        </p:spPr>
        <p:txBody>
          <a:bodyPr vert="horz" lIns="91440" tIns="45720" rIns="91440" bIns="45720" rtlCol="0" anchor="b">
            <a:noAutofit/>
          </a:bodyPr>
          <a:lstStyle>
            <a:lvl1pPr>
              <a:defRPr lang="en-US" sz="7000" dirty="0">
                <a:solidFill>
                  <a:schemeClr val="bg2"/>
                </a:solidFill>
              </a:defRPr>
            </a:lvl1pPr>
          </a:lstStyle>
          <a:p>
            <a:pPr lvl="0"/>
            <a:r>
              <a:rPr lang="en-US" dirty="0"/>
              <a:t>Click to edit Master title style</a:t>
            </a:r>
          </a:p>
        </p:txBody>
      </p:sp>
      <p:sp>
        <p:nvSpPr>
          <p:cNvPr id="10" name="Subtitle 2">
            <a:extLst>
              <a:ext uri="{FF2B5EF4-FFF2-40B4-BE49-F238E27FC236}">
                <a16:creationId xmlns:a16="http://schemas.microsoft.com/office/drawing/2014/main" id="{76834447-947D-F9FA-98D1-8BF0FC477ABA}"/>
              </a:ext>
            </a:extLst>
          </p:cNvPr>
          <p:cNvSpPr>
            <a:spLocks noGrp="1"/>
          </p:cNvSpPr>
          <p:nvPr>
            <p:ph type="subTitle" idx="1"/>
          </p:nvPr>
        </p:nvSpPr>
        <p:spPr>
          <a:xfrm>
            <a:off x="614172" y="5943600"/>
            <a:ext cx="10963657" cy="609600"/>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dirty="0"/>
              <a:t>Click to edit Master subtitle style</a:t>
            </a:r>
          </a:p>
        </p:txBody>
      </p:sp>
      <p:sp>
        <p:nvSpPr>
          <p:cNvPr id="15" name="Picture Placeholder 14">
            <a:extLst>
              <a:ext uri="{FF2B5EF4-FFF2-40B4-BE49-F238E27FC236}">
                <a16:creationId xmlns:a16="http://schemas.microsoft.com/office/drawing/2014/main" id="{2573ACD2-30C7-6922-D14F-66F23CBA3774}"/>
              </a:ext>
            </a:extLst>
          </p:cNvPr>
          <p:cNvSpPr>
            <a:spLocks noGrp="1"/>
          </p:cNvSpPr>
          <p:nvPr>
            <p:ph type="pic" sz="quarter" idx="17"/>
          </p:nvPr>
        </p:nvSpPr>
        <p:spPr>
          <a:xfrm>
            <a:off x="0" y="0"/>
            <a:ext cx="12192000" cy="4114800"/>
          </a:xfrm>
          <a:blipFill>
            <a:blip r:embed="rId2">
              <a:alphaModFix amt="60000"/>
            </a:blip>
            <a:stretch>
              <a:fillRect/>
            </a:stretch>
          </a:blipFill>
        </p:spPr>
        <p:txBody>
          <a:bodyPr/>
          <a:lstStyle/>
          <a:p>
            <a:endParaRPr lang="en-US" dirty="0"/>
          </a:p>
        </p:txBody>
      </p:sp>
    </p:spTree>
    <p:extLst>
      <p:ext uri="{BB962C8B-B14F-4D97-AF65-F5344CB8AC3E}">
        <p14:creationId xmlns:p14="http://schemas.microsoft.com/office/powerpoint/2010/main" val="2309385213"/>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813B312-A2CE-16E4-D28B-8DDFF5527304}"/>
              </a:ext>
            </a:extLst>
          </p:cNvPr>
          <p:cNvSpPr>
            <a:spLocks noGrp="1"/>
          </p:cNvSpPr>
          <p:nvPr>
            <p:ph type="ctrTitle"/>
          </p:nvPr>
        </p:nvSpPr>
        <p:spPr>
          <a:xfrm>
            <a:off x="4476746"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dirty="0"/>
              <a:t>Click to edit Master title style</a:t>
            </a:r>
          </a:p>
        </p:txBody>
      </p:sp>
      <p:sp>
        <p:nvSpPr>
          <p:cNvPr id="16" name="Subtitle 2">
            <a:extLst>
              <a:ext uri="{FF2B5EF4-FFF2-40B4-BE49-F238E27FC236}">
                <a16:creationId xmlns:a16="http://schemas.microsoft.com/office/drawing/2014/main" id="{4846D76D-B1D3-9330-420A-6ED740BDB970}"/>
              </a:ext>
            </a:extLst>
          </p:cNvPr>
          <p:cNvSpPr>
            <a:spLocks noGrp="1"/>
          </p:cNvSpPr>
          <p:nvPr>
            <p:ph type="subTitle" idx="1"/>
          </p:nvPr>
        </p:nvSpPr>
        <p:spPr>
          <a:xfrm>
            <a:off x="44767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dirty="0"/>
              <a:t>Click to edit Master subtitle style</a:t>
            </a:r>
          </a:p>
        </p:txBody>
      </p:sp>
      <p:sp>
        <p:nvSpPr>
          <p:cNvPr id="14" name="Picture Placeholder 25">
            <a:extLst>
              <a:ext uri="{FF2B5EF4-FFF2-40B4-BE49-F238E27FC236}">
                <a16:creationId xmlns:a16="http://schemas.microsoft.com/office/drawing/2014/main" id="{982E949F-6B9B-8268-EB83-127C78D43502}"/>
              </a:ext>
            </a:extLst>
          </p:cNvPr>
          <p:cNvSpPr>
            <a:spLocks noGrp="1"/>
          </p:cNvSpPr>
          <p:nvPr>
            <p:ph type="pic" sz="quarter" idx="17"/>
          </p:nvPr>
        </p:nvSpPr>
        <p:spPr>
          <a:xfrm>
            <a:off x="0" y="0"/>
            <a:ext cx="3889251" cy="6858000"/>
          </a:xfrm>
          <a:blipFill>
            <a:blip r:embed="rId2">
              <a:alphaModFix amt="60000"/>
            </a:blip>
            <a:stretch>
              <a:fillRect/>
            </a:stretch>
          </a:blipFill>
        </p:spPr>
        <p:txBody>
          <a:bodyPr/>
          <a:lstStyle/>
          <a:p>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476746" y="6343955"/>
            <a:ext cx="2100482" cy="365125"/>
          </a:xfrm>
        </p:spPr>
        <p:txBody>
          <a:bodyPr>
            <a:noAutofit/>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35138" y="6343955"/>
            <a:ext cx="1458908" cy="365125"/>
          </a:xfrm>
        </p:spPr>
        <p:txBody>
          <a:bodyPr>
            <a:noAutofit/>
          </a:bodyPr>
          <a:lstStyle>
            <a:lvl1pPr>
              <a:defRPr>
                <a:solidFill>
                  <a:schemeClr val="bg1"/>
                </a:solidFill>
                <a:effectLst/>
              </a:defRPr>
            </a:lvl1pPr>
          </a:lstStyle>
          <a:p>
            <a:fld id="{BFE899EF-3666-4EAB-A626-E7AA02E66CC1}" type="datetime1">
              <a:rPr lang="en-US" smtClean="0"/>
              <a:pPr/>
              <a:t>2/22/2026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8" name="Straight Connector 17">
            <a:extLst>
              <a:ext uri="{FF2B5EF4-FFF2-40B4-BE49-F238E27FC236}">
                <a16:creationId xmlns:a16="http://schemas.microsoft.com/office/drawing/2014/main" id="{DD53745E-5DC2-F332-24A5-4F8F509E820B}"/>
              </a:ext>
            </a:extLst>
          </p:cNvPr>
          <p:cNvCxnSpPr/>
          <p:nvPr userDrawn="1"/>
        </p:nvCxnSpPr>
        <p:spPr>
          <a:xfrm>
            <a:off x="4479797"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37020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704076" y="685801"/>
            <a:ext cx="4872227" cy="2743200"/>
          </a:xfrm>
        </p:spPr>
        <p:txBody>
          <a:bodyPr vert="horz" lIns="91440" tIns="45720" rIns="91440" bIns="45720" rtlCol="0" anchor="t">
            <a:noAutofit/>
          </a:bodyPr>
          <a:lstStyle>
            <a:lvl1pPr>
              <a:defRPr lang="en-US" sz="7000" dirty="0">
                <a:solidFill>
                  <a:schemeClr val="bg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702552" y="5277548"/>
            <a:ext cx="4873752" cy="894639"/>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dirty="0"/>
              <a:t>Click to edit Master subtitle style</a:t>
            </a:r>
          </a:p>
        </p:txBody>
      </p:sp>
      <p:sp>
        <p:nvSpPr>
          <p:cNvPr id="18" name="Picture Placeholder 17">
            <a:extLst>
              <a:ext uri="{FF2B5EF4-FFF2-40B4-BE49-F238E27FC236}">
                <a16:creationId xmlns:a16="http://schemas.microsoft.com/office/drawing/2014/main" id="{74A0A082-71CB-3C57-3B74-102869C0CAC7}"/>
              </a:ext>
            </a:extLst>
          </p:cNvPr>
          <p:cNvSpPr>
            <a:spLocks noGrp="1"/>
          </p:cNvSpPr>
          <p:nvPr>
            <p:ph type="pic" sz="quarter" idx="13"/>
          </p:nvPr>
        </p:nvSpPr>
        <p:spPr>
          <a:xfrm>
            <a:off x="0" y="0"/>
            <a:ext cx="6096000" cy="6858000"/>
          </a:xfrm>
          <a:blipFill>
            <a:blip r:embed="rId2">
              <a:alphaModFix amt="60000"/>
            </a:blip>
            <a:stretch>
              <a:fillRect/>
            </a:stretch>
          </a:blipFill>
        </p:spPr>
        <p:txBody>
          <a:bodyPr/>
          <a:lstStyle/>
          <a:p>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702552" y="6343955"/>
            <a:ext cx="2100482" cy="365125"/>
          </a:xfrm>
        </p:spPr>
        <p:txBody>
          <a:bodyPr>
            <a:noAutofit/>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noAutofit/>
          </a:bodyPr>
          <a:lstStyle>
            <a:lvl1pPr>
              <a:defRPr>
                <a:solidFill>
                  <a:schemeClr val="bg1"/>
                </a:solidFill>
                <a:effectLst/>
              </a:defRPr>
            </a:lvl1pPr>
          </a:lstStyle>
          <a:p>
            <a:fld id="{1F92EF8E-B9EB-49F8-83E1-F362FA442011}" type="datetime1">
              <a:rPr lang="en-US" smtClean="0"/>
              <a:pPr/>
              <a:t>2/22/2026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0" name="Straight Connector 9">
            <a:extLst>
              <a:ext uri="{FF2B5EF4-FFF2-40B4-BE49-F238E27FC236}">
                <a16:creationId xmlns:a16="http://schemas.microsoft.com/office/drawing/2014/main" id="{0D373E34-3B51-EAD4-B8AB-256ACA4B8D8C}"/>
              </a:ext>
            </a:extLst>
          </p:cNvPr>
          <p:cNvCxnSpPr>
            <a:cxnSpLocks/>
          </p:cNvCxnSpPr>
          <p:nvPr userDrawn="1"/>
        </p:nvCxnSpPr>
        <p:spPr>
          <a:xfrm>
            <a:off x="6704076" y="4876800"/>
            <a:ext cx="487375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48603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tx2"/>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52BC951B-4746-1854-C399-682CFE142A50}"/>
              </a:ext>
            </a:extLst>
          </p:cNvPr>
          <p:cNvCxnSpPr/>
          <p:nvPr userDrawn="1"/>
        </p:nvCxnSpPr>
        <p:spPr>
          <a:xfrm>
            <a:off x="612646"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dirty="0"/>
              <a:t>Click to edit Master subtitle style</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12646" y="6338703"/>
            <a:ext cx="2070484" cy="365125"/>
          </a:xfrm>
        </p:spPr>
        <p:txBody>
          <a:bodyPr>
            <a:noAutofit/>
          </a:bodyPr>
          <a:lstStyle>
            <a:lvl1pPr>
              <a:defRPr>
                <a:solidFill>
                  <a:schemeClr val="bg1"/>
                </a:solidFill>
              </a:defRPr>
            </a:lvl1pPr>
          </a:lstStyle>
          <a:p>
            <a:r>
              <a:rPr lang="en-US" dirty="0"/>
              <a:t>Sample Footer Text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5887367" y="6338703"/>
            <a:ext cx="1392578" cy="365125"/>
          </a:xfrm>
        </p:spPr>
        <p:txBody>
          <a:bodyPr>
            <a:noAutofit/>
          </a:bodyPr>
          <a:lstStyle>
            <a:lvl1pPr>
              <a:defRPr>
                <a:solidFill>
                  <a:schemeClr val="bg1"/>
                </a:solidFill>
              </a:defRPr>
            </a:lvl1pPr>
          </a:lstStyle>
          <a:p>
            <a:fld id="{BC9EEDB3-BC19-4021-830F-B822E1DE9789}" type="datetime1">
              <a:rPr lang="en-US" smtClean="0"/>
              <a:pPr/>
              <a:t>2/22/2026</a:t>
            </a:fld>
            <a:endParaRPr lang="en-US" dirty="0"/>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7279945" y="6342301"/>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dirty="0"/>
          </a:p>
        </p:txBody>
      </p:sp>
      <p:sp>
        <p:nvSpPr>
          <p:cNvPr id="26" name="Picture Placeholder 25">
            <a:extLst>
              <a:ext uri="{FF2B5EF4-FFF2-40B4-BE49-F238E27FC236}">
                <a16:creationId xmlns:a16="http://schemas.microsoft.com/office/drawing/2014/main" id="{E193964F-665E-F49A-D553-C01524CDE0CA}"/>
              </a:ext>
            </a:extLst>
          </p:cNvPr>
          <p:cNvSpPr>
            <a:spLocks noGrp="1"/>
          </p:cNvSpPr>
          <p:nvPr>
            <p:ph type="pic" sz="quarter" idx="17"/>
          </p:nvPr>
        </p:nvSpPr>
        <p:spPr>
          <a:xfrm>
            <a:off x="8302749" y="0"/>
            <a:ext cx="3889251" cy="6858000"/>
          </a:xfrm>
          <a:blipFill>
            <a:blip r:embed="rId2">
              <a:alphaModFix amt="60000"/>
            </a:blip>
            <a:stretch>
              <a:fillRect/>
            </a:stretch>
          </a:blipFill>
        </p:spPr>
        <p:txBody>
          <a:bodyPr/>
          <a:lstStyle/>
          <a:p>
            <a:endParaRPr lang="en-US"/>
          </a:p>
        </p:txBody>
      </p:sp>
    </p:spTree>
    <p:extLst>
      <p:ext uri="{BB962C8B-B14F-4D97-AF65-F5344CB8AC3E}">
        <p14:creationId xmlns:p14="http://schemas.microsoft.com/office/powerpoint/2010/main" val="29636130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D384F42E-A74C-773B-7B96-F942975CEC14}"/>
              </a:ext>
            </a:extLst>
          </p:cNvPr>
          <p:cNvSpPr/>
          <p:nvPr/>
        </p:nvSpPr>
        <p:spPr>
          <a:xfrm>
            <a:off x="11250895" y="5144929"/>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9441727F-19A3-14E1-5EAC-C550CEB6A0D1}"/>
              </a:ext>
            </a:extLst>
          </p:cNvPr>
          <p:cNvSpPr/>
          <p:nvPr/>
        </p:nvSpPr>
        <p:spPr>
          <a:xfrm>
            <a:off x="685800" y="5495424"/>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38F4BC9-7EC1-BB35-827A-12F5DE411031}"/>
              </a:ext>
            </a:extLst>
          </p:cNvPr>
          <p:cNvSpPr/>
          <p:nvPr/>
        </p:nvSpPr>
        <p:spPr>
          <a:xfrm>
            <a:off x="10998565" y="5227361"/>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C4B01422-D65E-4B59-B62B-467B2E896592}"/>
              </a:ext>
            </a:extLst>
          </p:cNvPr>
          <p:cNvSpPr/>
          <p:nvPr/>
        </p:nvSpPr>
        <p:spPr>
          <a:xfrm>
            <a:off x="10976145" y="5227366"/>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1600200"/>
            <a:ext cx="10483927" cy="3492875"/>
          </a:xfrm>
        </p:spPr>
        <p:txBody>
          <a:bodyPr vert="horz" lIns="91440" tIns="45720" rIns="91440" bIns="45720" rtlCol="0" anchor="b">
            <a:noAutofit/>
          </a:bodyPr>
          <a:lstStyle>
            <a:lvl1pPr>
              <a:defRPr lang="en-US" sz="9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931314"/>
            <a:ext cx="10483927" cy="816864"/>
          </a:xfrm>
        </p:spPr>
        <p:txBody>
          <a:bodyPr vert="horz" lIns="91440" tIns="45720" rIns="91440" bIns="45720" rtlCol="0">
            <a:noAutofit/>
          </a:bodyPr>
          <a:lstStyle>
            <a:lvl1pPr marL="0" indent="0">
              <a:buNone/>
              <a:defRPr lang="en-US" sz="180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34111"/>
            <a:ext cx="2805405" cy="365125"/>
          </a:xfrm>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234111"/>
            <a:ext cx="2875064" cy="365125"/>
          </a:xfrm>
        </p:spPr>
        <p:txBody>
          <a:bodyPr>
            <a:noAutofit/>
          </a:bodyPr>
          <a:lstStyle/>
          <a:p>
            <a:fld id="{014DD65C-314F-4399-90A8-B6DFCAF21BE4}" type="datetime1">
              <a:rPr lang="en-US" smtClean="0"/>
              <a:t>2/22/2026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234111"/>
            <a:ext cx="429207" cy="365125"/>
          </a:xfrm>
        </p:spPr>
        <p:txBody>
          <a:bodyPr>
            <a:noAutofit/>
          </a:bodyPr>
          <a:lstStyle/>
          <a:p>
            <a:fld id="{AEAA3239-9EA4-4A65-A281-97F994456D9F}" type="slidenum">
              <a:rPr lang="en-US" smtClean="0"/>
              <a:t>‹#›</a:t>
            </a:fld>
            <a:endParaRPr lang="en-US"/>
          </a:p>
        </p:txBody>
      </p:sp>
      <p:pic>
        <p:nvPicPr>
          <p:cNvPr id="13" name="Line">
            <a:extLst>
              <a:ext uri="{FF2B5EF4-FFF2-40B4-BE49-F238E27FC236}">
                <a16:creationId xmlns:a16="http://schemas.microsoft.com/office/drawing/2014/main" id="{92FB147E-E273-E8B6-AD8E-67F305FC224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971802" y="4038600"/>
            <a:ext cx="10923934" cy="745198"/>
          </a:xfrm>
          <a:prstGeom prst="rect">
            <a:avLst/>
          </a:prstGeom>
        </p:spPr>
      </p:pic>
    </p:spTree>
    <p:extLst>
      <p:ext uri="{BB962C8B-B14F-4D97-AF65-F5344CB8AC3E}">
        <p14:creationId xmlns:p14="http://schemas.microsoft.com/office/powerpoint/2010/main" val="6989312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8BBA50F-B667-1177-26B1-7D22AB66A6BE}"/>
              </a:ext>
            </a:extLst>
          </p:cNvPr>
          <p:cNvSpPr/>
          <p:nvPr/>
        </p:nvSpPr>
        <p:spPr>
          <a:xfrm>
            <a:off x="11250895" y="464515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CABC7F5-2293-EB7F-52E5-80715C8DB858}"/>
              </a:ext>
            </a:extLst>
          </p:cNvPr>
          <p:cNvSpPr/>
          <p:nvPr/>
        </p:nvSpPr>
        <p:spPr>
          <a:xfrm>
            <a:off x="685800" y="499564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6A8C943-7CF3-88D6-95B0-95E7B412DE0F}"/>
              </a:ext>
            </a:extLst>
          </p:cNvPr>
          <p:cNvSpPr/>
          <p:nvPr/>
        </p:nvSpPr>
        <p:spPr>
          <a:xfrm>
            <a:off x="10998565" y="472758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FB0A8E7-2867-2D3A-F6B7-15ED02236CE8}"/>
              </a:ext>
            </a:extLst>
          </p:cNvPr>
          <p:cNvSpPr/>
          <p:nvPr/>
        </p:nvSpPr>
        <p:spPr>
          <a:xfrm>
            <a:off x="10976145" y="472758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598" y="5431536"/>
            <a:ext cx="9144001" cy="745198"/>
          </a:xfrm>
        </p:spPr>
        <p:txBody>
          <a:bodyPr vert="horz" lIns="91440" tIns="45720" rIns="91440" bIns="45720" rtlCol="0" anchor="t">
            <a:noAutofit/>
          </a:bodyPr>
          <a:lstStyle>
            <a:lvl1pPr>
              <a:defRPr lang="en-US" dirty="0">
                <a:solidFill>
                  <a:schemeClr val="bg2"/>
                </a:solidFill>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2"/>
                </a:solidFill>
              </a:defRPr>
            </a:lvl1pPr>
          </a:lstStyle>
          <a:p>
            <a:fld id="{D07A3B59-4DAC-4AFE-874D-3A86EC3801A0}" type="datetime1">
              <a:rPr lang="en-US" smtClean="0"/>
              <a:pPr/>
              <a:t>2/22/2026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2"/>
                </a:solidFill>
              </a:defRPr>
            </a:lvl1pPr>
          </a:lstStyle>
          <a:p>
            <a:fld id="{AEAA3239-9EA4-4A65-A281-97F994456D9F}" type="slidenum">
              <a:rPr lang="en-US" smtClean="0"/>
              <a:pPr/>
              <a:t>‹#›</a:t>
            </a:fld>
            <a:endParaRPr lang="en-US"/>
          </a:p>
        </p:txBody>
      </p:sp>
      <p:sp>
        <p:nvSpPr>
          <p:cNvPr id="7" name="Title 6">
            <a:extLst>
              <a:ext uri="{FF2B5EF4-FFF2-40B4-BE49-F238E27FC236}">
                <a16:creationId xmlns:a16="http://schemas.microsoft.com/office/drawing/2014/main" id="{B53A7BE5-EAB2-BB8C-D7FC-D78B8A5AFACF}"/>
              </a:ext>
            </a:extLst>
          </p:cNvPr>
          <p:cNvSpPr>
            <a:spLocks noGrp="1"/>
          </p:cNvSpPr>
          <p:nvPr>
            <p:ph type="title"/>
          </p:nvPr>
        </p:nvSpPr>
        <p:spPr>
          <a:xfrm>
            <a:off x="612648" y="685798"/>
            <a:ext cx="10058400" cy="3355848"/>
          </a:xfrm>
        </p:spPr>
        <p:txBody>
          <a:bodyPr vert="horz" lIns="91440" tIns="45720" rIns="91440" bIns="45720" rtlCol="0" anchor="t">
            <a:noAutofit/>
          </a:bodyPr>
          <a:lstStyle>
            <a:lvl1pPr>
              <a:defRPr lang="en-US" sz="9000">
                <a:solidFill>
                  <a:schemeClr val="bg2"/>
                </a:solidFill>
              </a:defRPr>
            </a:lvl1pPr>
          </a:lstStyle>
          <a:p>
            <a:pPr lvl="0"/>
            <a:r>
              <a:rPr lang="en-US" dirty="0"/>
              <a:t>Click to edit Master title style</a:t>
            </a:r>
          </a:p>
        </p:txBody>
      </p:sp>
    </p:spTree>
    <p:extLst>
      <p:ext uri="{BB962C8B-B14F-4D97-AF65-F5344CB8AC3E}">
        <p14:creationId xmlns:p14="http://schemas.microsoft.com/office/powerpoint/2010/main" val="248939343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6AC1F45-7001-8B9F-DFF6-7AB9BDFFEEB2}"/>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54C7D192-E835-0A48-0A40-F45D83E2583F}"/>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FB376E1-8198-EB00-587E-C647BCF364D4}"/>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F94599F-6DE1-A082-E9E1-D732956078A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p>
            <a:fld id="{76FC08D9-20DE-421C-BE4E-310427BB699B}" type="datetime1">
              <a:rPr lang="en-US" smtClean="0"/>
              <a:t>2/22/2026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046496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4"/>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61C10CD-8205-284F-2921-9485E7A98F0D}"/>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bg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775DFD7E-DC78-4573-96D7-845D38E0273E}"/>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AFCC10B5-4890-B43F-DE24-5200F4E75EEB}"/>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D5586E6-D520-6A63-5060-BF06C136BEF5}"/>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bg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solidFill>
                  <a:schemeClr val="bg2"/>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lvl1pPr>
              <a:defRPr>
                <a:solidFill>
                  <a:schemeClr val="bg1"/>
                </a:solidFill>
              </a:defRPr>
            </a:lvl1pPr>
          </a:lstStyle>
          <a:p>
            <a:fld id="{76FC08D9-20DE-421C-BE4E-310427BB699B}" type="datetime1">
              <a:rPr lang="en-US" smtClean="0"/>
              <a:pPr/>
              <a:t>2/22/2026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4148995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DFADE904-3C65-5E48-6B12-22998C2ADF5E}"/>
              </a:ext>
            </a:extLst>
          </p:cNvPr>
          <p:cNvSpPr/>
          <p:nvPr/>
        </p:nvSpPr>
        <p:spPr>
          <a:xfrm>
            <a:off x="11250895" y="217232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16963C8-87F3-6B42-F30F-1915935FA752}"/>
              </a:ext>
            </a:extLst>
          </p:cNvPr>
          <p:cNvSpPr/>
          <p:nvPr/>
        </p:nvSpPr>
        <p:spPr>
          <a:xfrm>
            <a:off x="685800" y="252281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F0C119A-1D9E-D43F-8A7E-D24C1B551326}"/>
              </a:ext>
            </a:extLst>
          </p:cNvPr>
          <p:cNvSpPr/>
          <p:nvPr/>
        </p:nvSpPr>
        <p:spPr>
          <a:xfrm>
            <a:off x="10998565" y="225475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2018CE4-7594-0746-8B7E-8DEC95CB8822}"/>
              </a:ext>
            </a:extLst>
          </p:cNvPr>
          <p:cNvSpPr/>
          <p:nvPr/>
        </p:nvSpPr>
        <p:spPr>
          <a:xfrm>
            <a:off x="10976145" y="225475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12185" y="685800"/>
            <a:ext cx="9141415" cy="1532788"/>
          </a:xfrm>
        </p:spPr>
        <p:txBody>
          <a:bodyPr anchor="t">
            <a:noAutofit/>
          </a:bodyPr>
          <a:lstStyle>
            <a:lvl1pPr>
              <a:defRPr sz="90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185" y="2958705"/>
            <a:ext cx="9141415" cy="3213494"/>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marL="914400" indent="0">
              <a:lnSpc>
                <a:spcPct val="150000"/>
              </a:lnSpc>
              <a:buFont typeface="+mj-lt"/>
              <a:buNone/>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noAutofit/>
          </a:body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noAutofit/>
          </a:bodyPr>
          <a:lstStyle/>
          <a:p>
            <a:fld id="{4F1AC263-88EE-42CC-B640-B12BA856CF71}" type="datetime1">
              <a:rPr lang="en-US" smtClean="0"/>
              <a:t>2/22/2026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684324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5999" y="685800"/>
            <a:ext cx="5480304" cy="1818050"/>
          </a:xfrm>
        </p:spPr>
        <p:txBody>
          <a:bodyPr anchor="t">
            <a:noAutofit/>
          </a:bodyPr>
          <a:lstStyle>
            <a:lvl1pPr>
              <a:defRPr sz="9000"/>
            </a:lvl1pPr>
          </a:lstStyle>
          <a:p>
            <a:r>
              <a:rPr lang="en-US" dirty="0"/>
              <a:t>Agenda</a:t>
            </a:r>
          </a:p>
        </p:txBody>
      </p:sp>
      <p:sp>
        <p:nvSpPr>
          <p:cNvPr id="11" name="Picture Placeholder 10">
            <a:extLst>
              <a:ext uri="{FF2B5EF4-FFF2-40B4-BE49-F238E27FC236}">
                <a16:creationId xmlns:a16="http://schemas.microsoft.com/office/drawing/2014/main" id="{FAF861DB-D5EF-3FC9-7595-570C8498D757}"/>
              </a:ext>
            </a:extLst>
          </p:cNvPr>
          <p:cNvSpPr>
            <a:spLocks noGrp="1"/>
          </p:cNvSpPr>
          <p:nvPr>
            <p:ph type="pic" sz="quarter" idx="14"/>
          </p:nvPr>
        </p:nvSpPr>
        <p:spPr>
          <a:xfrm>
            <a:off x="0" y="0"/>
            <a:ext cx="5477256" cy="6858000"/>
          </a:xfrm>
          <a:blipFill>
            <a:blip r:embed="rId2">
              <a:alphaModFix amt="60000"/>
            </a:blip>
            <a:stretch>
              <a:fillRect/>
            </a:stretch>
          </a:blipFill>
        </p:spPr>
        <p:txBody>
          <a:bodyPr/>
          <a:lstStyle/>
          <a:p>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3189770"/>
            <a:ext cx="5480304" cy="2982429"/>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a:lnSpc>
                <a:spcPct val="150000"/>
              </a:lnSpc>
              <a:buFont typeface="+mj-lt"/>
              <a:buNone/>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6" name="Straight Connector 15">
            <a:extLst>
              <a:ext uri="{FF2B5EF4-FFF2-40B4-BE49-F238E27FC236}">
                <a16:creationId xmlns:a16="http://schemas.microsoft.com/office/drawing/2014/main" id="{79C1A172-F829-D2DE-BDB2-B86E6ACE1886}"/>
              </a:ext>
            </a:extLst>
          </p:cNvPr>
          <p:cNvCxnSpPr>
            <a:cxnSpLocks/>
          </p:cNvCxnSpPr>
          <p:nvPr userDrawn="1"/>
        </p:nvCxnSpPr>
        <p:spPr>
          <a:xfrm>
            <a:off x="6095999" y="2743200"/>
            <a:ext cx="54772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096000" y="6343955"/>
            <a:ext cx="2985400" cy="365125"/>
          </a:xfrm>
        </p:spPr>
        <p:txBody>
          <a:bodyPr>
            <a:noAutofit/>
          </a:bodyPr>
          <a:lstStyle/>
          <a:p>
            <a:r>
              <a:rPr lang="en-US"/>
              <a:t>Sample Footer Text</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noAutofit/>
          </a:bodyPr>
          <a:lstStyle/>
          <a:p>
            <a:fld id="{68A32F6A-E7E2-4607-B207-B787B539B854}" type="datetime1">
              <a:rPr lang="en-US" smtClean="0"/>
              <a:t>2/22/2026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870176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824824"/>
            <a:ext cx="6397753" cy="1527976"/>
          </a:xfrm>
        </p:spPr>
        <p:txBody>
          <a:bodyPr vert="horz" lIns="91440" tIns="45720" rIns="91440" bIns="45720" rtlCol="0" anchor="b">
            <a:noAutofit/>
          </a:bodyPr>
          <a:lstStyle>
            <a:lvl1pPr>
              <a:defRPr lang="en-US" dirty="0"/>
            </a:lvl1pPr>
          </a:lstStyle>
          <a:p>
            <a:pPr lvl="0"/>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12647" y="3505200"/>
            <a:ext cx="4568953" cy="1645198"/>
          </a:xfrm>
        </p:spPr>
        <p:txBody>
          <a:bodyPr vert="horz" lIns="91440" tIns="45720" rIns="91440" bIns="45720" rtlCol="0">
            <a:noAutofit/>
          </a:bodyPr>
          <a:lstStyle>
            <a:lvl1pPr>
              <a:defRPr lang="en-US" sz="1400" dirty="0"/>
            </a:lvl1pPr>
            <a:lvl2pPr>
              <a:defRPr lang="en-US" sz="1400"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9467FC12-63BB-4A63-9424-BFBF8E1D71D9}" type="datetime1">
              <a:rPr lang="en-US" smtClean="0"/>
              <a:t>2/22/2026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889251BE-373D-9B13-B9E2-73DFEBE40118}"/>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698E032-CDEE-AA9B-44A7-CE5EBB6948C0}"/>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CC778913-9F6C-8FDD-B123-16048004EC56}"/>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6283179-133D-0E64-C08A-4D59C8B2F9D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15605455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3" cy="3657600"/>
          </a:xfrm>
        </p:spPr>
        <p:txBody>
          <a:bodyPr anchor="t">
            <a:noAutofit/>
          </a:bodyPr>
          <a:lstStyle>
            <a:lvl1pPr>
              <a:defRPr sz="54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1601" y="685800"/>
            <a:ext cx="4572000" cy="3657600"/>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BAA7FA5-AD20-4A92-9D35-3CC6CFA49E64}" type="datetime1">
              <a:rPr lang="en-US" smtClean="0"/>
              <a:t>2/22/2026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C662DADE-FB83-6BD4-1D72-E22F0783A67E}"/>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7CD6A0-64A5-5058-DFD2-8DD1FAF7BEEB}"/>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E8E4321-3109-17F5-C530-4108033F07F5}"/>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AAD0450-E765-A0E1-7C56-37246411FDD0}"/>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Tree>
    <p:extLst>
      <p:ext uri="{BB962C8B-B14F-4D97-AF65-F5344CB8AC3E}">
        <p14:creationId xmlns:p14="http://schemas.microsoft.com/office/powerpoint/2010/main" val="31704037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405E2B5C-398A-3F2F-4BCC-FFF94D44632F}"/>
              </a:ext>
            </a:extLst>
          </p:cNvPr>
          <p:cNvSpPr/>
          <p:nvPr/>
        </p:nvSpPr>
        <p:spPr>
          <a:xfrm>
            <a:off x="11250895" y="5407944"/>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2897460-3A7D-EC5C-76B9-2725193E10AF}"/>
              </a:ext>
            </a:extLst>
          </p:cNvPr>
          <p:cNvSpPr/>
          <p:nvPr/>
        </p:nvSpPr>
        <p:spPr>
          <a:xfrm>
            <a:off x="685800" y="5758439"/>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742E741-698E-A2B8-7BD5-9DE89C610C2F}"/>
              </a:ext>
            </a:extLst>
          </p:cNvPr>
          <p:cNvSpPr/>
          <p:nvPr/>
        </p:nvSpPr>
        <p:spPr>
          <a:xfrm>
            <a:off x="10998565" y="5490376"/>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A04551B-2E70-1734-DA15-F26ABEC9D9D0}"/>
              </a:ext>
            </a:extLst>
          </p:cNvPr>
          <p:cNvSpPr/>
          <p:nvPr/>
        </p:nvSpPr>
        <p:spPr>
          <a:xfrm>
            <a:off x="10976145" y="5490381"/>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685800"/>
            <a:ext cx="3654553" cy="4083580"/>
          </a:xfrm>
        </p:spPr>
        <p:txBody>
          <a:bodyPr anchor="t">
            <a:noAutofit/>
          </a:bodyPr>
          <a:lstStyle>
            <a:lvl1pPr>
              <a:defRPr sz="5400"/>
            </a:lvl1pP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1600" y="685800"/>
            <a:ext cx="6045390" cy="4083579"/>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02AB700-8552-46A0-B700-5DA0068ADBFC}" type="datetime1">
              <a:rPr lang="en-US" smtClean="0"/>
              <a:t>2/22/2026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804667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C85B71F7-9EDC-DB6C-D713-7ACE3A2EADC0}"/>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842DDA-AD76-0064-2B85-CB145F4CE540}"/>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5E58AC6-620E-20FA-E8F5-375DA2977A43}"/>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EA14E2E-5098-2800-A72C-138A5840365C}"/>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685800"/>
            <a:ext cx="3652523" cy="4102460"/>
          </a:xfrm>
        </p:spPr>
        <p:txBody>
          <a:bodyPr anchor="t">
            <a:noAutofit/>
          </a:bodyPr>
          <a:lstStyle>
            <a:lvl1pPr>
              <a:defRPr sz="54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1600" y="685800"/>
            <a:ext cx="6394703" cy="5455003"/>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A892AD61-D199-4B74-B80B-2001400510FA}" type="datetime1">
              <a:rPr lang="en-US" smtClean="0"/>
              <a:t>2/22/2026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56241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94DE839-4377-D8CF-B2A4-D0C3E0F49821}"/>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5E5478-C025-8AD6-B7FE-E95C356E887C}"/>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0EF54C8-1B9C-18F9-4647-D96F1A37BC05}"/>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3C1B42D9-101B-9822-0BAF-F80E962BB4CD}"/>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4" cy="4550251"/>
          </a:xfrm>
        </p:spPr>
        <p:txBody>
          <a:bodyPr anchor="t">
            <a:noAutofit/>
          </a:bodyPr>
          <a:lstStyle>
            <a:lvl1pPr>
              <a:defRPr sz="5400"/>
            </a:lvl1pPr>
          </a:lstStyle>
          <a:p>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181600" y="685800"/>
            <a:ext cx="6394703" cy="5464016"/>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D00D9374-B0AF-43C5-90A8-C409C7D54B55}" type="datetime1">
              <a:rPr lang="en-US" smtClean="0"/>
              <a:t>2/22/2026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831670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bg2"/>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9AC2E340-F7F3-5093-0E0A-41015057E720}"/>
              </a:ext>
            </a:extLst>
          </p:cNvPr>
          <p:cNvCxnSpPr/>
          <p:nvPr userDrawn="1"/>
        </p:nvCxnSpPr>
        <p:spPr>
          <a:xfrm>
            <a:off x="5191026" y="2362200"/>
            <a:ext cx="6391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91026" y="685807"/>
            <a:ext cx="6391374" cy="1372001"/>
          </a:xfrm>
        </p:spPr>
        <p:txBody>
          <a:bodyPr anchor="b">
            <a:noAutofit/>
          </a:bodyPr>
          <a:lstStyle>
            <a:lvl1pPr>
              <a:defRPr>
                <a:solidFill>
                  <a:schemeClr val="tx2"/>
                </a:solidFill>
              </a:defRPr>
            </a:lvl1pPr>
          </a:lstStyle>
          <a:p>
            <a:r>
              <a:rPr lang="en-US" dirty="0"/>
              <a:t>Click to edit Master title style</a:t>
            </a:r>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80729" y="2743204"/>
            <a:ext cx="6395573" cy="3428989"/>
          </a:xfrm>
        </p:spPr>
        <p:txBody>
          <a:bodyPr>
            <a:noAutofit/>
          </a:bodyPr>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91026" y="6343825"/>
            <a:ext cx="3364903" cy="365125"/>
          </a:xfrm>
        </p:spPr>
        <p:txBody>
          <a:bodyPr>
            <a:noAutofit/>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noAutofit/>
          </a:bodyPr>
          <a:lstStyle>
            <a:lvl1pPr>
              <a:defRPr>
                <a:solidFill>
                  <a:schemeClr val="tx1"/>
                </a:solidFill>
              </a:defRPr>
            </a:lvl1pPr>
          </a:lstStyle>
          <a:p>
            <a:fld id="{9CBB6888-43ED-4D3A-B8DA-89EF29644561}" type="datetime1">
              <a:rPr lang="en-US" smtClean="0"/>
              <a:pPr/>
              <a:t>2/22/2026</a:t>
            </a:fld>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5608936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8881EABF-B6BB-1FBF-962C-A6A6C8C2418A}"/>
              </a:ext>
            </a:extLst>
          </p:cNvPr>
          <p:cNvCxnSpPr/>
          <p:nvPr userDrawn="1"/>
        </p:nvCxnSpPr>
        <p:spPr>
          <a:xfrm>
            <a:off x="612647" y="2359152"/>
            <a:ext cx="633679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4"/>
            <a:ext cx="6391374" cy="1371996"/>
          </a:xfrm>
        </p:spPr>
        <p:txBody>
          <a:bodyPr anchor="b">
            <a:noAutofit/>
          </a:body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3" y="2742645"/>
            <a:ext cx="6391247" cy="3429551"/>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noAutofit/>
          </a:bodyPr>
          <a:lstStyle/>
          <a:p>
            <a:r>
              <a:rPr lang="en-US"/>
              <a:t>Sample Footer Text</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p:spPr>
        <p:txBody>
          <a:bodyPr>
            <a:noAutofit/>
          </a:bodyPr>
          <a:lstStyle/>
          <a:p>
            <a:fld id="{27C7479B-2077-4468-85E0-F9294B46DEAE}" type="datetime1">
              <a:rPr lang="en-US" smtClean="0"/>
              <a:t>2/22/2026</a:t>
            </a:fld>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p:spPr>
        <p:txBody>
          <a:bodyPr>
            <a:noAutofit/>
          </a:bodyPr>
          <a:lstStyle/>
          <a:p>
            <a:fld id="{AEAA3239-9EA4-4A65-A281-97F994456D9F}" type="slidenum">
              <a:rPr lang="en-US" smtClean="0"/>
              <a:t>‹#›</a:t>
            </a:fld>
            <a:endParaRPr lang="en-US" dirty="0"/>
          </a:p>
        </p:txBody>
      </p:sp>
      <p:sp>
        <p:nvSpPr>
          <p:cNvPr id="4" name="Picture Placeholder 13">
            <a:extLst>
              <a:ext uri="{FF2B5EF4-FFF2-40B4-BE49-F238E27FC236}">
                <a16:creationId xmlns:a16="http://schemas.microsoft.com/office/drawing/2014/main" id="{35EC8126-6431-465A-8AC3-0118DD8825B5}"/>
              </a:ext>
            </a:extLst>
          </p:cNvPr>
          <p:cNvSpPr>
            <a:spLocks noGrp="1"/>
          </p:cNvSpPr>
          <p:nvPr>
            <p:ph type="pic" sz="quarter" idx="13" hasCustomPrompt="1"/>
          </p:nvPr>
        </p:nvSpPr>
        <p:spPr>
          <a:xfrm>
            <a:off x="7631546"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a:t>
            </a:r>
          </a:p>
        </p:txBody>
      </p:sp>
    </p:spTree>
    <p:extLst>
      <p:ext uri="{BB962C8B-B14F-4D97-AF65-F5344CB8AC3E}">
        <p14:creationId xmlns:p14="http://schemas.microsoft.com/office/powerpoint/2010/main" val="34985427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3" y="685800"/>
            <a:ext cx="6858000" cy="1111532"/>
          </a:xfrm>
        </p:spPr>
        <p:txBody>
          <a:bodyPr anchor="b">
            <a:noAutofit/>
          </a:bodyPr>
          <a:lstStyle/>
          <a:p>
            <a:r>
              <a:rPr lang="en-US" dirty="0"/>
              <a:t>Click to edit Master title style</a:t>
            </a:r>
          </a:p>
        </p:txBody>
      </p:sp>
      <p:sp>
        <p:nvSpPr>
          <p:cNvPr id="5" name="Picture Placeholder 10">
            <a:extLst>
              <a:ext uri="{FF2B5EF4-FFF2-40B4-BE49-F238E27FC236}">
                <a16:creationId xmlns:a16="http://schemas.microsoft.com/office/drawing/2014/main" id="{D2B02E8B-EB97-8158-B585-0E0E95CF40CC}"/>
              </a:ext>
            </a:extLst>
          </p:cNvPr>
          <p:cNvSpPr>
            <a:spLocks noGrp="1"/>
          </p:cNvSpPr>
          <p:nvPr>
            <p:ph type="pic" sz="quarter" idx="13" hasCustomPrompt="1"/>
          </p:nvPr>
        </p:nvSpPr>
        <p:spPr>
          <a:xfrm>
            <a:off x="0" y="0"/>
            <a:ext cx="4100267" cy="6858000"/>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3"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724397" y="6343954"/>
            <a:ext cx="3422906" cy="365125"/>
          </a:xfrm>
        </p:spPr>
        <p:txBody>
          <a:bodyPr>
            <a:noAutofit/>
          </a:bodyPr>
          <a:lstStyle/>
          <a:p>
            <a:r>
              <a:rPr lang="en-US"/>
              <a:t>Sample Footer Text</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noAutofit/>
          </a:bodyPr>
          <a:lstStyle/>
          <a:p>
            <a:fld id="{28E9021D-675F-4984-8FE0-04DA4F4E22F1}" type="datetime1">
              <a:rPr lang="en-US" smtClean="0"/>
              <a:t>2/22/2026</a:t>
            </a:fld>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626216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6858000" cy="1111532"/>
          </a:xfrm>
        </p:spPr>
        <p:txBody>
          <a:bodyPr anchor="b">
            <a:noAutofit/>
          </a:body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noAutofit/>
          </a:bodyPr>
          <a:lstStyle/>
          <a:p>
            <a:fld id="{A7F72289-EB8A-47CA-A283-A769C9E761BF}" type="datetime1">
              <a:rPr lang="en-US" smtClean="0"/>
              <a:t>2/22/2026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noAutofit/>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22362236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10400" y="685800"/>
            <a:ext cx="4561665" cy="1371264"/>
          </a:xfrm>
        </p:spPr>
        <p:txBody>
          <a:bodyPr anchor="b">
            <a:noAutofit/>
          </a:bodyPr>
          <a:lstStyle>
            <a:lvl1pPr>
              <a:defRPr sz="5400"/>
            </a:lvl1pPr>
          </a:lstStyle>
          <a:p>
            <a:r>
              <a:rPr lang="en-US" dirty="0"/>
              <a:t>Click to edit Master title style</a:t>
            </a:r>
          </a:p>
        </p:txBody>
      </p:sp>
      <p:sp>
        <p:nvSpPr>
          <p:cNvPr id="12" name="Picture Placeholder 11">
            <a:extLst>
              <a:ext uri="{FF2B5EF4-FFF2-40B4-BE49-F238E27FC236}">
                <a16:creationId xmlns:a16="http://schemas.microsoft.com/office/drawing/2014/main" id="{EEEFBBBB-A526-5A93-34B8-A377087586AE}"/>
              </a:ext>
            </a:extLst>
          </p:cNvPr>
          <p:cNvSpPr>
            <a:spLocks noGrp="1"/>
          </p:cNvSpPr>
          <p:nvPr>
            <p:ph type="pic" sz="quarter" idx="15"/>
          </p:nvPr>
        </p:nvSpPr>
        <p:spPr>
          <a:xfrm>
            <a:off x="1" y="0"/>
            <a:ext cx="6390464" cy="6858000"/>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20736" y="2286000"/>
            <a:ext cx="4561665" cy="3886200"/>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20736" y="6343955"/>
            <a:ext cx="2105099" cy="365125"/>
          </a:xfr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noAutofit/>
          </a:bodyPr>
          <a:lstStyle>
            <a:lvl1pPr>
              <a:defRPr>
                <a:solidFill>
                  <a:schemeClr val="tx1"/>
                </a:solidFill>
                <a:effectLst/>
              </a:defRPr>
            </a:lvl1pPr>
          </a:lstStyle>
          <a:p>
            <a:fld id="{74049900-C118-46F7-B9EF-5F7C1F0005B2}" type="datetime1">
              <a:rPr lang="en-US" smtClean="0"/>
              <a:t>2/22/2026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0466992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72002" cy="1371264"/>
          </a:xfrm>
        </p:spPr>
        <p:txBody>
          <a:bodyPr anchor="b">
            <a:noAutofit/>
          </a:bodyPr>
          <a:lstStyle>
            <a:lvl1pPr>
              <a:defRPr sz="54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09599" y="2286000"/>
            <a:ext cx="4561666" cy="3886200"/>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5">
            <a:extLst>
              <a:ext uri="{FF2B5EF4-FFF2-40B4-BE49-F238E27FC236}">
                <a16:creationId xmlns:a16="http://schemas.microsoft.com/office/drawing/2014/main" id="{3C6055EC-0CB7-A026-AE8C-74A36F768BEB}"/>
              </a:ext>
            </a:extLst>
          </p:cNvPr>
          <p:cNvSpPr>
            <a:spLocks noGrp="1"/>
          </p:cNvSpPr>
          <p:nvPr>
            <p:ph type="ftr" sz="quarter" idx="11"/>
          </p:nvPr>
        </p:nvSpPr>
        <p:spPr>
          <a:xfrm>
            <a:off x="609599" y="6343955"/>
            <a:ext cx="2105099" cy="365125"/>
          </a:xfrm>
        </p:spPr>
        <p:txBody>
          <a:bodyPr>
            <a:noAutofit/>
          </a:bodyPr>
          <a:lstStyle/>
          <a:p>
            <a:r>
              <a:rPr lang="en-US"/>
              <a:t>Sample Footer Text</a:t>
            </a:r>
          </a:p>
        </p:txBody>
      </p:sp>
      <p:sp>
        <p:nvSpPr>
          <p:cNvPr id="13" name="Date Placeholder 4">
            <a:extLst>
              <a:ext uri="{FF2B5EF4-FFF2-40B4-BE49-F238E27FC236}">
                <a16:creationId xmlns:a16="http://schemas.microsoft.com/office/drawing/2014/main" id="{AE86096B-57D4-1243-A86D-1D5E7DC3A755}"/>
              </a:ext>
            </a:extLst>
          </p:cNvPr>
          <p:cNvSpPr>
            <a:spLocks noGrp="1"/>
          </p:cNvSpPr>
          <p:nvPr>
            <p:ph type="dt" sz="half" idx="10"/>
          </p:nvPr>
        </p:nvSpPr>
        <p:spPr>
          <a:xfrm>
            <a:off x="2963930" y="6343955"/>
            <a:ext cx="1772029" cy="365125"/>
          </a:xfrm>
        </p:spPr>
        <p:txBody>
          <a:bodyPr>
            <a:noAutofit/>
          </a:bodyPr>
          <a:lstStyle>
            <a:lvl1pPr>
              <a:defRPr>
                <a:solidFill>
                  <a:schemeClr val="tx1"/>
                </a:solidFill>
                <a:effectLst/>
              </a:defRPr>
            </a:lvl1pPr>
          </a:lstStyle>
          <a:p>
            <a:fld id="{74049900-C118-46F7-B9EF-5F7C1F0005B2}" type="datetime1">
              <a:rPr lang="en-US" smtClean="0"/>
              <a:t>2/22/2026</a:t>
            </a:fld>
            <a:endParaRPr lang="en-US"/>
          </a:p>
        </p:txBody>
      </p:sp>
      <p:sp>
        <p:nvSpPr>
          <p:cNvPr id="15" name="Slide Number Placeholder 6">
            <a:extLst>
              <a:ext uri="{FF2B5EF4-FFF2-40B4-BE49-F238E27FC236}">
                <a16:creationId xmlns:a16="http://schemas.microsoft.com/office/drawing/2014/main" id="{A98A8E55-200E-96B4-1462-6DA457A20CE9}"/>
              </a:ext>
            </a:extLst>
          </p:cNvPr>
          <p:cNvSpPr>
            <a:spLocks noGrp="1"/>
          </p:cNvSpPr>
          <p:nvPr>
            <p:ph type="sldNum" sz="quarter" idx="12"/>
          </p:nvPr>
        </p:nvSpPr>
        <p:spPr>
          <a:xfrm>
            <a:off x="4735959" y="6343955"/>
            <a:ext cx="429207" cy="365125"/>
          </a:xfrm>
        </p:spPr>
        <p:txBody>
          <a:bodyPr>
            <a:noAutofit/>
          </a:bodyPr>
          <a:lstStyle/>
          <a:p>
            <a:fld id="{AEAA3239-9EA4-4A65-A281-97F994456D9F}" type="slidenum">
              <a:rPr lang="en-US" smtClean="0"/>
              <a:t>‹#›</a:t>
            </a:fld>
            <a:endParaRPr lang="en-US"/>
          </a:p>
        </p:txBody>
      </p:sp>
      <p:sp>
        <p:nvSpPr>
          <p:cNvPr id="3" name="Picture Placeholder 11">
            <a:extLst>
              <a:ext uri="{FF2B5EF4-FFF2-40B4-BE49-F238E27FC236}">
                <a16:creationId xmlns:a16="http://schemas.microsoft.com/office/drawing/2014/main" id="{48233842-32AB-C53C-CA20-8101D4E63DC5}"/>
              </a:ext>
            </a:extLst>
          </p:cNvPr>
          <p:cNvSpPr>
            <a:spLocks noGrp="1"/>
          </p:cNvSpPr>
          <p:nvPr>
            <p:ph type="pic" sz="quarter" idx="15"/>
          </p:nvPr>
        </p:nvSpPr>
        <p:spPr>
          <a:xfrm>
            <a:off x="5801536" y="0"/>
            <a:ext cx="6390464" cy="6858000"/>
          </a:xfrm>
          <a:blipFill>
            <a:blip r:embed="rId2">
              <a:alphaModFix amt="60000"/>
            </a:blip>
            <a:stretch>
              <a:fillRect/>
            </a:stretch>
          </a:blipFill>
        </p:spPr>
        <p:txBody>
          <a:bodyPr/>
          <a:lstStyle/>
          <a:p>
            <a:endParaRPr lang="en-US"/>
          </a:p>
        </p:txBody>
      </p:sp>
    </p:spTree>
    <p:extLst>
      <p:ext uri="{BB962C8B-B14F-4D97-AF65-F5344CB8AC3E}">
        <p14:creationId xmlns:p14="http://schemas.microsoft.com/office/powerpoint/2010/main" val="9470453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4" y="687787"/>
            <a:ext cx="3363259" cy="1993392"/>
          </a:xfrm>
        </p:spPr>
        <p:txBody>
          <a:bodyPr anchor="b">
            <a:noAutofit/>
          </a:bodyPr>
          <a:lstStyle>
            <a:lvl1pPr>
              <a:defRPr sz="54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1" y="2880360"/>
            <a:ext cx="3363259" cy="3274612"/>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a:noAutofit/>
          </a:bodyPr>
          <a:lstStyle/>
          <a:p>
            <a:fld id="{0B4A3A31-ACEE-4A00-9ED7-D579651BDB0B}" type="datetime1">
              <a:rPr lang="en-US" smtClean="0"/>
              <a:t>2/22/2026</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18447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8" y="685800"/>
            <a:ext cx="3364992" cy="1996301"/>
          </a:xfrm>
        </p:spPr>
        <p:txBody>
          <a:bodyPr anchor="b">
            <a:noAutofit/>
          </a:bodyPr>
          <a:lstStyle>
            <a:lvl1pPr>
              <a:defRPr sz="54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698" y="2880360"/>
            <a:ext cx="3364992" cy="3234856"/>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8">
            <a:extLst>
              <a:ext uri="{FF2B5EF4-FFF2-40B4-BE49-F238E27FC236}">
                <a16:creationId xmlns:a16="http://schemas.microsoft.com/office/drawing/2014/main" id="{C119522C-433C-CA02-AD5B-2ABB39A41622}"/>
              </a:ext>
            </a:extLst>
          </p:cNvPr>
          <p:cNvSpPr>
            <a:spLocks noGrp="1"/>
          </p:cNvSpPr>
          <p:nvPr>
            <p:ph type="ftr" sz="quarter" idx="16"/>
          </p:nvPr>
        </p:nvSpPr>
        <p:spPr>
          <a:xfrm>
            <a:off x="615698" y="6343955"/>
            <a:ext cx="2012061" cy="365125"/>
          </a:xfrm>
        </p:spPr>
        <p:txBody>
          <a:bodyPr>
            <a:noAutofit/>
          </a:bodyPr>
          <a:lstStyle/>
          <a:p>
            <a:r>
              <a:rPr lang="en-US"/>
              <a:t>Sample Footer Text</a:t>
            </a:r>
            <a:endParaRPr lang="en-US" dirty="0"/>
          </a:p>
        </p:txBody>
      </p:sp>
      <p:sp>
        <p:nvSpPr>
          <p:cNvPr id="7" name="Date Placeholder 3">
            <a:extLst>
              <a:ext uri="{FF2B5EF4-FFF2-40B4-BE49-F238E27FC236}">
                <a16:creationId xmlns:a16="http://schemas.microsoft.com/office/drawing/2014/main" id="{E76C67AD-99A1-8DF0-C332-BB3E0C537172}"/>
              </a:ext>
            </a:extLst>
          </p:cNvPr>
          <p:cNvSpPr>
            <a:spLocks noGrp="1"/>
          </p:cNvSpPr>
          <p:nvPr>
            <p:ph type="dt" sz="half" idx="15"/>
          </p:nvPr>
        </p:nvSpPr>
        <p:spPr>
          <a:xfrm>
            <a:off x="2627759" y="6343955"/>
            <a:ext cx="922372" cy="365125"/>
          </a:xfrm>
        </p:spPr>
        <p:txBody>
          <a:bodyPr>
            <a:noAutofit/>
          </a:bodyPr>
          <a:lstStyle/>
          <a:p>
            <a:fld id="{0B4A3A31-ACEE-4A00-9ED7-D579651BDB0B}" type="datetime1">
              <a:rPr lang="en-US" smtClean="0"/>
              <a:t>2/22/2026</a:t>
            </a:fld>
            <a:endParaRPr lang="en-US" dirty="0"/>
          </a:p>
        </p:txBody>
      </p:sp>
      <p:sp>
        <p:nvSpPr>
          <p:cNvPr id="13" name="Slide Number Placeholder 9">
            <a:extLst>
              <a:ext uri="{FF2B5EF4-FFF2-40B4-BE49-F238E27FC236}">
                <a16:creationId xmlns:a16="http://schemas.microsoft.com/office/drawing/2014/main" id="{C8D2CF7B-FF7A-7960-DB96-2B1846DA41A0}"/>
              </a:ext>
            </a:extLst>
          </p:cNvPr>
          <p:cNvSpPr>
            <a:spLocks noGrp="1"/>
          </p:cNvSpPr>
          <p:nvPr>
            <p:ph type="sldNum" sz="quarter" idx="17"/>
          </p:nvPr>
        </p:nvSpPr>
        <p:spPr>
          <a:xfrm>
            <a:off x="3550131" y="6343955"/>
            <a:ext cx="429207" cy="365125"/>
          </a:xfrm>
        </p:spPr>
        <p:txBody>
          <a:bodyPr>
            <a:noAutofit/>
          </a:bodyPr>
          <a:lstStyle/>
          <a:p>
            <a:fld id="{AEAA3239-9EA4-4A65-A281-97F994456D9F}" type="slidenum">
              <a:rPr lang="en-US" smtClean="0"/>
              <a:t>‹#›</a:t>
            </a:fld>
            <a:endParaRPr lang="en-US"/>
          </a:p>
        </p:txBody>
      </p:sp>
      <p:sp>
        <p:nvSpPr>
          <p:cNvPr id="4" name="Picture Placeholder 10">
            <a:extLst>
              <a:ext uri="{FF2B5EF4-FFF2-40B4-BE49-F238E27FC236}">
                <a16:creationId xmlns:a16="http://schemas.microsoft.com/office/drawing/2014/main" id="{B08A763A-F1F9-D459-6C34-397656627599}"/>
              </a:ext>
            </a:extLst>
          </p:cNvPr>
          <p:cNvSpPr>
            <a:spLocks noGrp="1"/>
          </p:cNvSpPr>
          <p:nvPr>
            <p:ph type="pic" sz="quarter" idx="13" hasCustomPrompt="1"/>
          </p:nvPr>
        </p:nvSpPr>
        <p:spPr>
          <a:xfrm>
            <a:off x="4607856" y="0"/>
            <a:ext cx="7584144" cy="6858000"/>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21819643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0"/>
            <a:ext cx="2748115" cy="2743200"/>
          </a:xfrm>
          <a:noFill/>
        </p:spPr>
        <p:txBody>
          <a:bodyPr anchor="t">
            <a:noAutofit/>
          </a:bodyPr>
          <a:lstStyle/>
          <a:p>
            <a:r>
              <a:rPr lang="en-US" dirty="0"/>
              <a:t>Click to edit Master title style</a:t>
            </a:r>
          </a:p>
        </p:txBody>
      </p:sp>
      <p:sp>
        <p:nvSpPr>
          <p:cNvPr id="4" name="Picture Placeholder 3">
            <a:extLst>
              <a:ext uri="{FF2B5EF4-FFF2-40B4-BE49-F238E27FC236}">
                <a16:creationId xmlns:a16="http://schemas.microsoft.com/office/drawing/2014/main" id="{5487E718-4223-B4DB-C92A-99E891E642B8}"/>
              </a:ext>
            </a:extLst>
          </p:cNvPr>
          <p:cNvSpPr>
            <a:spLocks noGrp="1"/>
          </p:cNvSpPr>
          <p:nvPr>
            <p:ph type="pic" sz="quarter" idx="15"/>
          </p:nvPr>
        </p:nvSpPr>
        <p:spPr>
          <a:xfrm>
            <a:off x="0" y="0"/>
            <a:ext cx="8229600" cy="6858000"/>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9200" y="3703320"/>
            <a:ext cx="2743201" cy="2476061"/>
          </a:xfrm>
          <a:noFill/>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39200" y="6343955"/>
            <a:ext cx="1404460" cy="365125"/>
          </a:xfrm>
          <a:noFill/>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noFill/>
        </p:spPr>
        <p:txBody>
          <a:bodyPr>
            <a:noAutofit/>
          </a:bodyPr>
          <a:lstStyle>
            <a:lvl1pPr>
              <a:defRPr>
                <a:solidFill>
                  <a:schemeClr val="tx1"/>
                </a:solidFill>
                <a:effectLst/>
              </a:defRPr>
            </a:lvl1pPr>
          </a:lstStyle>
          <a:p>
            <a:fld id="{FAD7B7F7-7F90-4F0B-A996-5443656EFF4A}" type="datetime1">
              <a:rPr lang="en-US" smtClean="0"/>
              <a:t>2/22/2026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noFill/>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695498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685800"/>
            <a:ext cx="2748114" cy="2743200"/>
          </a:xfrm>
        </p:spPr>
        <p:txBody>
          <a:bodyPr anchor="t">
            <a:noAutofit/>
          </a:bodyPr>
          <a:lstStyle/>
          <a:p>
            <a:r>
              <a:rPr lang="en-US" dirty="0"/>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703320"/>
            <a:ext cx="2743200" cy="247606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5">
            <a:extLst>
              <a:ext uri="{FF2B5EF4-FFF2-40B4-BE49-F238E27FC236}">
                <a16:creationId xmlns:a16="http://schemas.microsoft.com/office/drawing/2014/main" id="{644F6AEF-CB45-AC6F-F205-7AB277670F4E}"/>
              </a:ext>
            </a:extLst>
          </p:cNvPr>
          <p:cNvSpPr>
            <a:spLocks noGrp="1"/>
          </p:cNvSpPr>
          <p:nvPr>
            <p:ph type="ftr" sz="quarter" idx="11"/>
          </p:nvPr>
        </p:nvSpPr>
        <p:spPr>
          <a:xfrm>
            <a:off x="615697" y="6343955"/>
            <a:ext cx="1404460" cy="365125"/>
          </a:xfrm>
        </p:spPr>
        <p:txBody>
          <a:bodyPr>
            <a:noAutofit/>
          </a:bodyPr>
          <a:lstStyle/>
          <a:p>
            <a:r>
              <a:rPr lang="en-US"/>
              <a:t>Sample Footer Text</a:t>
            </a:r>
            <a:endParaRPr lang="en-US" dirty="0"/>
          </a:p>
        </p:txBody>
      </p:sp>
      <p:sp>
        <p:nvSpPr>
          <p:cNvPr id="14" name="Date Placeholder 4">
            <a:extLst>
              <a:ext uri="{FF2B5EF4-FFF2-40B4-BE49-F238E27FC236}">
                <a16:creationId xmlns:a16="http://schemas.microsoft.com/office/drawing/2014/main" id="{980DDA2F-B408-A7AF-463F-3F6ED55C1A9C}"/>
              </a:ext>
            </a:extLst>
          </p:cNvPr>
          <p:cNvSpPr>
            <a:spLocks noGrp="1"/>
          </p:cNvSpPr>
          <p:nvPr>
            <p:ph type="dt" sz="half" idx="10"/>
          </p:nvPr>
        </p:nvSpPr>
        <p:spPr>
          <a:xfrm>
            <a:off x="2069019" y="6343955"/>
            <a:ext cx="854573" cy="365125"/>
          </a:xfrm>
        </p:spPr>
        <p:txBody>
          <a:bodyPr>
            <a:noAutofit/>
          </a:bodyPr>
          <a:lstStyle>
            <a:lvl1pPr>
              <a:defRPr>
                <a:solidFill>
                  <a:schemeClr val="tx1"/>
                </a:solidFill>
                <a:effectLst/>
              </a:defRPr>
            </a:lvl1pPr>
          </a:lstStyle>
          <a:p>
            <a:fld id="{FAD7B7F7-7F90-4F0B-A996-5443656EFF4A}" type="datetime1">
              <a:rPr lang="en-US" smtClean="0"/>
              <a:t>2/22/2026</a:t>
            </a:fld>
            <a:endParaRPr lang="en-US" dirty="0"/>
          </a:p>
        </p:txBody>
      </p:sp>
      <p:sp>
        <p:nvSpPr>
          <p:cNvPr id="16" name="Slide Number Placeholder 6">
            <a:extLst>
              <a:ext uri="{FF2B5EF4-FFF2-40B4-BE49-F238E27FC236}">
                <a16:creationId xmlns:a16="http://schemas.microsoft.com/office/drawing/2014/main" id="{9C6A3F52-E7A3-B732-2650-C47F8BE25FF4}"/>
              </a:ext>
            </a:extLst>
          </p:cNvPr>
          <p:cNvSpPr>
            <a:spLocks noGrp="1"/>
          </p:cNvSpPr>
          <p:nvPr>
            <p:ph type="sldNum" sz="quarter" idx="12"/>
          </p:nvPr>
        </p:nvSpPr>
        <p:spPr>
          <a:xfrm>
            <a:off x="2923593" y="6343955"/>
            <a:ext cx="429207" cy="365125"/>
          </a:xfrm>
        </p:spPr>
        <p:txBody>
          <a:bodyPr>
            <a:noAutofit/>
          </a:bodyPr>
          <a:lstStyle/>
          <a:p>
            <a:fld id="{AEAA3239-9EA4-4A65-A281-97F994456D9F}" type="slidenum">
              <a:rPr lang="en-US" smtClean="0"/>
              <a:t>‹#›</a:t>
            </a:fld>
            <a:endParaRPr lang="en-US"/>
          </a:p>
        </p:txBody>
      </p:sp>
      <p:sp>
        <p:nvSpPr>
          <p:cNvPr id="5" name="Picture Placeholder 3">
            <a:extLst>
              <a:ext uri="{FF2B5EF4-FFF2-40B4-BE49-F238E27FC236}">
                <a16:creationId xmlns:a16="http://schemas.microsoft.com/office/drawing/2014/main" id="{80894EEF-95B5-F8FE-9FBB-D5DFD413C066}"/>
              </a:ext>
            </a:extLst>
          </p:cNvPr>
          <p:cNvSpPr>
            <a:spLocks noGrp="1"/>
          </p:cNvSpPr>
          <p:nvPr>
            <p:ph type="pic" sz="quarter" idx="15"/>
          </p:nvPr>
        </p:nvSpPr>
        <p:spPr>
          <a:xfrm>
            <a:off x="3962400" y="0"/>
            <a:ext cx="8229600" cy="6858000"/>
          </a:xfrm>
          <a:blipFill>
            <a:blip r:embed="rId2">
              <a:alphaModFix amt="60000"/>
            </a:blip>
            <a:stretch>
              <a:fillRect/>
            </a:stretch>
          </a:blipFill>
        </p:spPr>
        <p:txBody>
          <a:bodyPr/>
          <a:lstStyle/>
          <a:p>
            <a:endParaRPr lang="en-US"/>
          </a:p>
        </p:txBody>
      </p:sp>
    </p:spTree>
    <p:extLst>
      <p:ext uri="{BB962C8B-B14F-4D97-AF65-F5344CB8AC3E}">
        <p14:creationId xmlns:p14="http://schemas.microsoft.com/office/powerpoint/2010/main" val="42611547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343400"/>
            <a:ext cx="4019522" cy="1159931"/>
          </a:xfrm>
        </p:spPr>
        <p:txBody>
          <a:bodyPr anchor="t">
            <a:noAutofit/>
          </a:bodyPr>
          <a:lstStyle>
            <a:lvl1pPr>
              <a:defRPr sz="5400"/>
            </a:lvl1pPr>
          </a:lstStyle>
          <a:p>
            <a:r>
              <a:rPr lang="en-US" dirty="0"/>
              <a:t>Click to edit Master title style</a:t>
            </a:r>
          </a:p>
        </p:txBody>
      </p:sp>
      <p:sp>
        <p:nvSpPr>
          <p:cNvPr id="4" name="Picture Placeholder 3">
            <a:extLst>
              <a:ext uri="{FF2B5EF4-FFF2-40B4-BE49-F238E27FC236}">
                <a16:creationId xmlns:a16="http://schemas.microsoft.com/office/drawing/2014/main" id="{0E0CE544-3552-FE00-5B00-942E522A2A5A}"/>
              </a:ext>
            </a:extLst>
          </p:cNvPr>
          <p:cNvSpPr>
            <a:spLocks noGrp="1"/>
          </p:cNvSpPr>
          <p:nvPr>
            <p:ph type="pic" sz="quarter" idx="15"/>
          </p:nvPr>
        </p:nvSpPr>
        <p:spPr>
          <a:xfrm>
            <a:off x="0" y="0"/>
            <a:ext cx="12192000" cy="3886200"/>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81600" y="4343400"/>
            <a:ext cx="6400800" cy="115993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2086C921-50A5-4289-8B96-30101E64A548}" type="datetime1">
              <a:rPr lang="en-US" smtClean="0"/>
              <a:t>2/22/2026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60114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6200"/>
            <a:ext cx="3044954" cy="2245126"/>
          </a:xfrm>
        </p:spPr>
        <p:txBody>
          <a:bodyPr anchor="b">
            <a:noAutofit/>
          </a:bodyPr>
          <a:lstStyle>
            <a:lvl1pPr>
              <a:defRPr sz="54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7200" y="3886200"/>
            <a:ext cx="7315199" cy="2245127"/>
          </a:xfrm>
        </p:spPr>
        <p:txBody>
          <a:bodyPr vert="horz" lIns="91440" tIns="45720" rIns="91440" bIns="45720" rtlCol="0">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1B948B66-4D7B-4FF2-9F42-B85226272225}" type="datetime1">
              <a:rPr lang="en-US" smtClean="0"/>
              <a:t>2/22/2026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986600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3044954" cy="2035724"/>
          </a:xfrm>
        </p:spPr>
        <p:txBody>
          <a:bodyPr anchor="t">
            <a:noAutofit/>
          </a:bodyPr>
          <a:lstStyle>
            <a:lvl1pPr>
              <a:defRPr sz="5400"/>
            </a:lvl1pPr>
          </a:lstStyle>
          <a:p>
            <a:r>
              <a:rPr lang="en-US" dirty="0"/>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9158" y="685800"/>
            <a:ext cx="7315199" cy="2014665"/>
          </a:xfrm>
        </p:spPr>
        <p:txBody>
          <a:bodyPr vert="horz" lIns="91440" tIns="45720" rIns="91440" bIns="45720" rtlCol="0" anchor="b">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2896372"/>
            <a:ext cx="2791027" cy="365125"/>
          </a:xfrm>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2896372"/>
            <a:ext cx="1559379" cy="365125"/>
          </a:xfrm>
        </p:spPr>
        <p:txBody>
          <a:bodyPr>
            <a:noAutofit/>
          </a:bodyPr>
          <a:lstStyle/>
          <a:p>
            <a:fld id="{6D1D18D0-7308-42C5-B784-8892F327ABD3}" type="datetime1">
              <a:rPr lang="en-US" smtClean="0"/>
              <a:t>2/22/2026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2896372"/>
            <a:ext cx="429207" cy="365125"/>
          </a:xfrm>
        </p:spPr>
        <p:txBody>
          <a:bodyPr>
            <a:noAutofit/>
          </a:bodyPr>
          <a:lstStyle/>
          <a:p>
            <a:fld id="{AEAA3239-9EA4-4A65-A281-97F994456D9F}" type="slidenum">
              <a:rPr lang="en-US" smtClean="0"/>
              <a:t>‹#›</a:t>
            </a:fld>
            <a:endParaRPr lang="en-US"/>
          </a:p>
        </p:txBody>
      </p:sp>
      <p:sp>
        <p:nvSpPr>
          <p:cNvPr id="3" name="Picture Placeholder 10">
            <a:extLst>
              <a:ext uri="{FF2B5EF4-FFF2-40B4-BE49-F238E27FC236}">
                <a16:creationId xmlns:a16="http://schemas.microsoft.com/office/drawing/2014/main" id="{4178283B-8F20-CAA0-928D-318B857F9592}"/>
              </a:ext>
            </a:extLst>
          </p:cNvPr>
          <p:cNvSpPr>
            <a:spLocks noGrp="1"/>
          </p:cNvSpPr>
          <p:nvPr>
            <p:ph type="pic" sz="quarter" idx="13" hasCustomPrompt="1"/>
          </p:nvPr>
        </p:nvSpPr>
        <p:spPr>
          <a:xfrm>
            <a:off x="-1" y="3414669"/>
            <a:ext cx="12192000" cy="3443331"/>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42076729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8"/>
            <a:ext cx="5483353" cy="1388318"/>
          </a:xfrm>
        </p:spPr>
        <p:txBody>
          <a:bodyPr anchor="b">
            <a:noAutofit/>
          </a:body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2651760"/>
            <a:ext cx="5483352" cy="3521850"/>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a:extLst>
              <a:ext uri="{FF2B5EF4-FFF2-40B4-BE49-F238E27FC236}">
                <a16:creationId xmlns:a16="http://schemas.microsoft.com/office/drawing/2014/main" id="{4AB12E0E-A617-768A-7E0E-472481185B12}"/>
              </a:ext>
            </a:extLst>
          </p:cNvPr>
          <p:cNvSpPr>
            <a:spLocks noGrp="1"/>
          </p:cNvSpPr>
          <p:nvPr>
            <p:ph type="pic" sz="quarter" idx="18"/>
          </p:nvPr>
        </p:nvSpPr>
        <p:spPr>
          <a:xfrm>
            <a:off x="6717792" y="685807"/>
            <a:ext cx="4864608" cy="5486377"/>
          </a:xfrm>
          <a:blipFill>
            <a:blip r:embed="rId2">
              <a:alphaModFix amt="60000"/>
            </a:blip>
            <a:stretch>
              <a:fillRect/>
            </a:stretch>
          </a:blipFill>
        </p:spPr>
        <p:txBody>
          <a:bodyPr/>
          <a:lstStyle/>
          <a:p>
            <a:endParaRPr lang="en-US"/>
          </a:p>
        </p:txBody>
      </p:sp>
      <p:cxnSp>
        <p:nvCxnSpPr>
          <p:cNvPr id="3" name="Straight Connector 2">
            <a:extLst>
              <a:ext uri="{FF2B5EF4-FFF2-40B4-BE49-F238E27FC236}">
                <a16:creationId xmlns:a16="http://schemas.microsoft.com/office/drawing/2014/main" id="{EC1D70B4-629A-1A3A-D1BB-D35C3AED4BAD}"/>
              </a:ext>
            </a:extLst>
          </p:cNvPr>
          <p:cNvCxnSpPr>
            <a:cxnSpLocks/>
          </p:cNvCxnSpPr>
          <p:nvPr userDrawn="1"/>
        </p:nvCxnSpPr>
        <p:spPr>
          <a:xfrm>
            <a:off x="609600" y="236222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Footer Placeholder 7">
            <a:extLst>
              <a:ext uri="{FF2B5EF4-FFF2-40B4-BE49-F238E27FC236}">
                <a16:creationId xmlns:a16="http://schemas.microsoft.com/office/drawing/2014/main" id="{8F922763-A12B-44C2-4F2D-AAD3B317EC9A}"/>
              </a:ext>
            </a:extLst>
          </p:cNvPr>
          <p:cNvSpPr>
            <a:spLocks noGrp="1"/>
          </p:cNvSpPr>
          <p:nvPr>
            <p:ph type="ftr" sz="quarter" idx="15"/>
          </p:nvPr>
        </p:nvSpPr>
        <p:spPr>
          <a:xfrm>
            <a:off x="612647" y="6343955"/>
            <a:ext cx="2805405" cy="365125"/>
          </a:xfrm>
        </p:spPr>
        <p:txBody>
          <a:bodyPr>
            <a:noAutofit/>
          </a:bodyPr>
          <a:lstStyle/>
          <a:p>
            <a:r>
              <a:rPr lang="en-US" dirty="0"/>
              <a:t>Sample Footer Text</a:t>
            </a:r>
          </a:p>
        </p:txBody>
      </p:sp>
      <p:sp>
        <p:nvSpPr>
          <p:cNvPr id="11" name="Date Placeholder 6">
            <a:extLst>
              <a:ext uri="{FF2B5EF4-FFF2-40B4-BE49-F238E27FC236}">
                <a16:creationId xmlns:a16="http://schemas.microsoft.com/office/drawing/2014/main" id="{88D44AB0-B4BD-5097-DB6C-0B96B75B1DA6}"/>
              </a:ext>
            </a:extLst>
          </p:cNvPr>
          <p:cNvSpPr>
            <a:spLocks noGrp="1"/>
          </p:cNvSpPr>
          <p:nvPr>
            <p:ph type="dt" sz="half" idx="19"/>
          </p:nvPr>
        </p:nvSpPr>
        <p:spPr>
          <a:xfrm>
            <a:off x="8893929" y="6343955"/>
            <a:ext cx="2202644" cy="365125"/>
          </a:xfrm>
        </p:spPr>
        <p:txBody>
          <a:bodyPr>
            <a:noAutofit/>
          </a:bodyPr>
          <a:lstStyle/>
          <a:p>
            <a:fld id="{5888334B-5C34-4E7E-A4B0-3A19575F6DD8}" type="datetime1">
              <a:rPr lang="en-US" smtClean="0"/>
              <a:t>2/22/2026</a:t>
            </a:fld>
            <a:endParaRPr lang="en-US" dirty="0"/>
          </a:p>
        </p:txBody>
      </p:sp>
      <p:sp>
        <p:nvSpPr>
          <p:cNvPr id="14" name="Slide Number Placeholder 8">
            <a:extLst>
              <a:ext uri="{FF2B5EF4-FFF2-40B4-BE49-F238E27FC236}">
                <a16:creationId xmlns:a16="http://schemas.microsoft.com/office/drawing/2014/main" id="{8EA9CC9C-E71E-C316-0680-F4BD6EDC87C1}"/>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352334095"/>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9753" cy="898525"/>
          </a:xfrm>
        </p:spPr>
        <p:txBody>
          <a:bodyPr anchor="b">
            <a:noAutofit/>
          </a:bodyPr>
          <a:lstStyle/>
          <a:p>
            <a:r>
              <a:rPr lang="en-US" dirty="0"/>
              <a:t>Click to edit Master title style</a:t>
            </a:r>
          </a:p>
        </p:txBody>
      </p:sp>
      <p:cxnSp>
        <p:nvCxnSpPr>
          <p:cNvPr id="7" name="Straight Connector 6">
            <a:extLst>
              <a:ext uri="{FF2B5EF4-FFF2-40B4-BE49-F238E27FC236}">
                <a16:creationId xmlns:a16="http://schemas.microsoft.com/office/drawing/2014/main" id="{54E15E62-FEF2-298A-EC8D-72D59188CB27}"/>
              </a:ext>
            </a:extLst>
          </p:cNvPr>
          <p:cNvCxnSpPr>
            <a:cxnSpLocks/>
          </p:cNvCxnSpPr>
          <p:nvPr userDrawn="1"/>
        </p:nvCxnSpPr>
        <p:spPr>
          <a:xfrm>
            <a:off x="609600" y="1905000"/>
            <a:ext cx="109728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9600" y="2286012"/>
            <a:ext cx="5479474" cy="298765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C4892D5B-0772-8929-54F9-AA16EED38E2B}"/>
              </a:ext>
            </a:extLst>
          </p:cNvPr>
          <p:cNvSpPr>
            <a:spLocks noGrp="1"/>
          </p:cNvSpPr>
          <p:nvPr>
            <p:ph type="pic" sz="quarter" idx="18"/>
          </p:nvPr>
        </p:nvSpPr>
        <p:spPr>
          <a:xfrm>
            <a:off x="6715575" y="2285301"/>
            <a:ext cx="4863778" cy="3886188"/>
          </a:xfrm>
          <a:blipFill>
            <a:blip r:embed="rId2">
              <a:alphaModFix amt="60000"/>
            </a:blip>
            <a:stretch>
              <a:fillRect/>
            </a:stretch>
          </a:blipFill>
        </p:spPr>
        <p:txBody>
          <a:bodyPr/>
          <a:lstStyle/>
          <a:p>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noAutofit/>
          </a:bodyPr>
          <a:lstStyle/>
          <a:p>
            <a:fld id="{6C46EC71-0129-40A3-85CE-244216EACC39}" type="datetime1">
              <a:rPr lang="en-US" smtClean="0"/>
              <a:t>2/22/2026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1842421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89903" y="685807"/>
            <a:ext cx="5486400" cy="1388302"/>
          </a:xfrm>
        </p:spPr>
        <p:txBody>
          <a:bodyPr anchor="b">
            <a:noAutofit/>
          </a:bodyPr>
          <a:lstStyle/>
          <a:p>
            <a:r>
              <a:rPr lang="en-US" dirty="0"/>
              <a:t>Click to edit Master title style</a:t>
            </a:r>
          </a:p>
        </p:txBody>
      </p:sp>
      <p:sp>
        <p:nvSpPr>
          <p:cNvPr id="16" name="Picture Placeholder 5">
            <a:extLst>
              <a:ext uri="{FF2B5EF4-FFF2-40B4-BE49-F238E27FC236}">
                <a16:creationId xmlns:a16="http://schemas.microsoft.com/office/drawing/2014/main" id="{3F8ACB4F-E132-97B5-797E-ADFB9AC83456}"/>
              </a:ext>
            </a:extLst>
          </p:cNvPr>
          <p:cNvSpPr>
            <a:spLocks noGrp="1"/>
          </p:cNvSpPr>
          <p:nvPr>
            <p:ph type="pic" sz="quarter" idx="18"/>
          </p:nvPr>
        </p:nvSpPr>
        <p:spPr>
          <a:xfrm>
            <a:off x="616658" y="685807"/>
            <a:ext cx="4864608" cy="5486377"/>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89903" y="2650330"/>
            <a:ext cx="5486400" cy="3521854"/>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60415657-C9CC-A8DC-C841-09A42AC901EC}"/>
              </a:ext>
            </a:extLst>
          </p:cNvPr>
          <p:cNvCxnSpPr>
            <a:cxnSpLocks/>
          </p:cNvCxnSpPr>
          <p:nvPr userDrawn="1"/>
        </p:nvCxnSpPr>
        <p:spPr>
          <a:xfrm>
            <a:off x="6089903" y="236221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7">
            <a:extLst>
              <a:ext uri="{FF2B5EF4-FFF2-40B4-BE49-F238E27FC236}">
                <a16:creationId xmlns:a16="http://schemas.microsoft.com/office/drawing/2014/main" id="{D65827FC-FBF0-2A7B-2AE9-11D916DB970C}"/>
              </a:ext>
            </a:extLst>
          </p:cNvPr>
          <p:cNvSpPr>
            <a:spLocks noGrp="1"/>
          </p:cNvSpPr>
          <p:nvPr>
            <p:ph type="ftr" sz="quarter" idx="15"/>
          </p:nvPr>
        </p:nvSpPr>
        <p:spPr>
          <a:xfrm>
            <a:off x="612647" y="6343955"/>
            <a:ext cx="2805405" cy="365125"/>
          </a:xfrm>
        </p:spPr>
        <p:txBody>
          <a:bodyPr>
            <a:noAutofit/>
          </a:bodyPr>
          <a:lstStyle/>
          <a:p>
            <a:r>
              <a:rPr lang="en-US" dirty="0"/>
              <a:t>Sample Footer Text</a:t>
            </a:r>
          </a:p>
        </p:txBody>
      </p:sp>
      <p:sp>
        <p:nvSpPr>
          <p:cNvPr id="3" name="Date Placeholder 6">
            <a:extLst>
              <a:ext uri="{FF2B5EF4-FFF2-40B4-BE49-F238E27FC236}">
                <a16:creationId xmlns:a16="http://schemas.microsoft.com/office/drawing/2014/main" id="{7D3F37AD-0904-9EC0-EFEE-899B457A4536}"/>
              </a:ext>
            </a:extLst>
          </p:cNvPr>
          <p:cNvSpPr>
            <a:spLocks noGrp="1"/>
          </p:cNvSpPr>
          <p:nvPr>
            <p:ph type="dt" sz="half" idx="19"/>
          </p:nvPr>
        </p:nvSpPr>
        <p:spPr>
          <a:xfrm>
            <a:off x="8893929" y="6343955"/>
            <a:ext cx="2202644" cy="365125"/>
          </a:xfrm>
        </p:spPr>
        <p:txBody>
          <a:bodyPr>
            <a:noAutofit/>
          </a:bodyPr>
          <a:lstStyle/>
          <a:p>
            <a:fld id="{5888334B-5C34-4E7E-A4B0-3A19575F6DD8}" type="datetime1">
              <a:rPr lang="en-US" smtClean="0"/>
              <a:t>2/22/2026</a:t>
            </a:fld>
            <a:endParaRPr lang="en-US"/>
          </a:p>
        </p:txBody>
      </p:sp>
      <p:sp>
        <p:nvSpPr>
          <p:cNvPr id="6" name="Slide Number Placeholder 8">
            <a:extLst>
              <a:ext uri="{FF2B5EF4-FFF2-40B4-BE49-F238E27FC236}">
                <a16:creationId xmlns:a16="http://schemas.microsoft.com/office/drawing/2014/main" id="{655EC9E8-1A84-6C33-ADB3-D40020F50907}"/>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4258293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64763" cy="1426798"/>
          </a:xfrm>
        </p:spPr>
        <p:txBody>
          <a:bodyPr anchor="b">
            <a:noAutofit/>
          </a:bodyPr>
          <a:lstStyle>
            <a:lvl1pPr>
              <a:defRPr sz="5400"/>
            </a:lvl1pPr>
          </a:lstStyle>
          <a:p>
            <a:r>
              <a:rPr lang="en-US" dirty="0"/>
              <a:t>Click to edit Master title style</a:t>
            </a:r>
          </a:p>
        </p:txBody>
      </p:sp>
      <p:sp>
        <p:nvSpPr>
          <p:cNvPr id="4" name="Picture Placeholder 3">
            <a:extLst>
              <a:ext uri="{FF2B5EF4-FFF2-40B4-BE49-F238E27FC236}">
                <a16:creationId xmlns:a16="http://schemas.microsoft.com/office/drawing/2014/main" id="{45580E71-5349-7975-EE00-1D48FBB45527}"/>
              </a:ext>
            </a:extLst>
          </p:cNvPr>
          <p:cNvSpPr>
            <a:spLocks noGrp="1"/>
          </p:cNvSpPr>
          <p:nvPr>
            <p:ph type="pic" sz="quarter" idx="15"/>
          </p:nvPr>
        </p:nvSpPr>
        <p:spPr>
          <a:xfrm>
            <a:off x="609599" y="2514600"/>
            <a:ext cx="4564763" cy="3636598"/>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90060" y="685800"/>
            <a:ext cx="5792341" cy="5465398"/>
          </a:xfrm>
        </p:spPr>
        <p:txBody>
          <a:bodyPr anchor="b">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3CC8FB4D-92F2-4C28-8BFC-2AE0229C3E9A}" type="datetime1">
              <a:rPr lang="en-US" smtClean="0"/>
              <a:t>2/22/2026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0979622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891102"/>
          </a:xfrm>
        </p:spPr>
        <p:txBody>
          <a:bodyPr anchor="b">
            <a:noAutofit/>
          </a:bodyPr>
          <a:lstStyle>
            <a:lvl1pPr>
              <a:defRPr sz="5400"/>
            </a:lvl1pPr>
          </a:lstStyle>
          <a:p>
            <a:r>
              <a:rPr lang="en-US" dirty="0"/>
              <a:t>Click to edit Master title style</a:t>
            </a:r>
          </a:p>
        </p:txBody>
      </p:sp>
      <p:sp>
        <p:nvSpPr>
          <p:cNvPr id="9" name="Picture Placeholder 8">
            <a:extLst>
              <a:ext uri="{FF2B5EF4-FFF2-40B4-BE49-F238E27FC236}">
                <a16:creationId xmlns:a16="http://schemas.microsoft.com/office/drawing/2014/main" id="{2EC4665C-5805-BDA9-0EA4-387D86C88ABA}"/>
              </a:ext>
            </a:extLst>
          </p:cNvPr>
          <p:cNvSpPr>
            <a:spLocks noGrp="1"/>
          </p:cNvSpPr>
          <p:nvPr>
            <p:ph type="pic" sz="quarter" idx="15"/>
          </p:nvPr>
        </p:nvSpPr>
        <p:spPr>
          <a:xfrm>
            <a:off x="612647" y="2057400"/>
            <a:ext cx="2740153" cy="4091502"/>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3810001" y="2057400"/>
            <a:ext cx="7766302" cy="4091502"/>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7B708C30-1428-4C16-AD49-DE42CFEA37BF}" type="datetime1">
              <a:rPr lang="en-US" smtClean="0"/>
              <a:t>2/22/2026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850194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1"/>
      </p:bgRef>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1DA757D-A9AE-985A-6EEE-C02E46D45DC9}"/>
              </a:ext>
            </a:extLst>
          </p:cNvPr>
          <p:cNvSpPr/>
          <p:nvPr/>
        </p:nvSpPr>
        <p:spPr>
          <a:xfrm>
            <a:off x="11250895" y="43434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4"/>
            </a:solidFill>
            <a:prstDash val="solid"/>
            <a:miter/>
          </a:ln>
        </p:spPr>
        <p:txBody>
          <a:bodyPr rtlCol="0" anchor="ctr"/>
          <a:lstStyle/>
          <a:p>
            <a:pPr algn="l" rtl="0"/>
            <a:endParaRPr lang="en-US"/>
          </a:p>
        </p:txBody>
      </p:sp>
      <p:sp>
        <p:nvSpPr>
          <p:cNvPr id="8" name="Freeform: Shape 7">
            <a:extLst>
              <a:ext uri="{FF2B5EF4-FFF2-40B4-BE49-F238E27FC236}">
                <a16:creationId xmlns:a16="http://schemas.microsoft.com/office/drawing/2014/main" id="{271E517F-7D77-FEA1-94A2-D8522A1BF181}"/>
              </a:ext>
            </a:extLst>
          </p:cNvPr>
          <p:cNvSpPr/>
          <p:nvPr/>
        </p:nvSpPr>
        <p:spPr>
          <a:xfrm>
            <a:off x="685800" y="46938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4"/>
            </a:solidFill>
            <a:prstDash val="solid"/>
            <a:miter/>
          </a:ln>
        </p:spPr>
        <p:txBody>
          <a:bodyPr rtlCol="0" anchor="ctr"/>
          <a:lstStyle/>
          <a:p>
            <a:pPr algn="l" rtl="0"/>
            <a:endParaRPr lang="en-US"/>
          </a:p>
        </p:txBody>
      </p:sp>
      <p:sp>
        <p:nvSpPr>
          <p:cNvPr id="11" name="Freeform: Shape 10">
            <a:extLst>
              <a:ext uri="{FF2B5EF4-FFF2-40B4-BE49-F238E27FC236}">
                <a16:creationId xmlns:a16="http://schemas.microsoft.com/office/drawing/2014/main" id="{562EAE4C-19D0-A0E4-1FDC-967BD2694E6F}"/>
              </a:ext>
            </a:extLst>
          </p:cNvPr>
          <p:cNvSpPr/>
          <p:nvPr/>
        </p:nvSpPr>
        <p:spPr>
          <a:xfrm>
            <a:off x="10998565" y="44258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4"/>
            </a:solidFill>
            <a:prstDash val="solid"/>
            <a:miter/>
          </a:ln>
        </p:spPr>
        <p:txBody>
          <a:bodyPr rtlCol="0" anchor="ctr"/>
          <a:lstStyle/>
          <a:p>
            <a:pPr algn="l" rtl="0"/>
            <a:endParaRPr lang="en-US"/>
          </a:p>
        </p:txBody>
      </p:sp>
      <p:sp>
        <p:nvSpPr>
          <p:cNvPr id="12" name="Freeform: Shape 11">
            <a:extLst>
              <a:ext uri="{FF2B5EF4-FFF2-40B4-BE49-F238E27FC236}">
                <a16:creationId xmlns:a16="http://schemas.microsoft.com/office/drawing/2014/main" id="{77E35C93-E0FF-6186-7502-985D78DA9B28}"/>
              </a:ext>
            </a:extLst>
          </p:cNvPr>
          <p:cNvSpPr/>
          <p:nvPr/>
        </p:nvSpPr>
        <p:spPr>
          <a:xfrm>
            <a:off x="10976145" y="44258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4"/>
            </a:solidFill>
            <a:prstDash val="solid"/>
            <a:miter/>
          </a:ln>
        </p:spPr>
        <p:txBody>
          <a:bodyPr rtlCol="0" anchor="ctr"/>
          <a:lstStyle/>
          <a:p>
            <a:pPr algn="l" rtl="0"/>
            <a:endParaRPr lang="en-US"/>
          </a:p>
        </p:txBody>
      </p:sp>
      <p:sp>
        <p:nvSpPr>
          <p:cNvPr id="15" name="Title 14">
            <a:extLst>
              <a:ext uri="{FF2B5EF4-FFF2-40B4-BE49-F238E27FC236}">
                <a16:creationId xmlns:a16="http://schemas.microsoft.com/office/drawing/2014/main" id="{D4E889F8-D8CB-1564-17A8-26A2F4258445}"/>
              </a:ext>
            </a:extLst>
          </p:cNvPr>
          <p:cNvSpPr>
            <a:spLocks noGrp="1"/>
          </p:cNvSpPr>
          <p:nvPr>
            <p:ph type="title"/>
          </p:nvPr>
        </p:nvSpPr>
        <p:spPr>
          <a:xfrm>
            <a:off x="612649" y="502546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3" name="Content Placeholder 12">
            <a:extLst>
              <a:ext uri="{FF2B5EF4-FFF2-40B4-BE49-F238E27FC236}">
                <a16:creationId xmlns:a16="http://schemas.microsoft.com/office/drawing/2014/main" id="{13B51AE5-91E2-069A-7DF2-EB394DA25E2D}"/>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lgn="l" rtl="0">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lgn="r" rtl="0">
              <a:defRPr>
                <a:solidFill>
                  <a:schemeClr val="tx1"/>
                </a:solidFill>
              </a:defRPr>
            </a:lvl1pPr>
          </a:lstStyle>
          <a:p>
            <a:fld id="{DCE8854E-90F8-4761-A9B8-18B1C5A3D25C}" type="datetime1">
              <a:rPr lang="en-US" smtClean="0"/>
              <a:pPr/>
              <a:t>2/22/2026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lgn="r" rtl="0">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51120387"/>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FE73F6F-B481-328B-CE64-8485DC66B8EA}"/>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57D968F-BFC6-694E-9A7C-A113E7DEBF65}"/>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77A14AD-A403-0816-9FED-F4E7BB405B17}"/>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C5DE6E3-5C5B-04A2-6D84-63D852F6062A}"/>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13" name="Title 12">
            <a:extLst>
              <a:ext uri="{FF2B5EF4-FFF2-40B4-BE49-F238E27FC236}">
                <a16:creationId xmlns:a16="http://schemas.microsoft.com/office/drawing/2014/main" id="{6D258FD5-5B6B-DBB1-0F00-D02C71197F95}"/>
              </a:ext>
            </a:extLst>
          </p:cNvPr>
          <p:cNvSpPr>
            <a:spLocks noGrp="1"/>
          </p:cNvSpPr>
          <p:nvPr>
            <p:ph type="title"/>
          </p:nvPr>
        </p:nvSpPr>
        <p:spPr>
          <a:xfrm>
            <a:off x="612648" y="4859867"/>
            <a:ext cx="9144000" cy="1097280"/>
          </a:xfrm>
        </p:spPr>
        <p:txBody>
          <a:bodyPr anchor="t">
            <a:normAutofit/>
          </a:bodyPr>
          <a:lstStyle>
            <a:lvl1pPr>
              <a:lnSpc>
                <a:spcPct val="110000"/>
              </a:lnSpc>
              <a:defRPr sz="1800" cap="none" baseline="0"/>
            </a:lvl1pPr>
          </a:lstStyle>
          <a:p>
            <a:r>
              <a:rPr lang="en-US" dirty="0"/>
              <a:t>Click to edit Master title style</a:t>
            </a:r>
          </a:p>
        </p:txBody>
      </p:sp>
      <p:sp>
        <p:nvSpPr>
          <p:cNvPr id="8" name="Content Placeholder 12">
            <a:extLst>
              <a:ext uri="{FF2B5EF4-FFF2-40B4-BE49-F238E27FC236}">
                <a16:creationId xmlns:a16="http://schemas.microsoft.com/office/drawing/2014/main" id="{196BB08E-5668-89FF-C0AE-D8A83C783F77}"/>
              </a:ext>
            </a:extLst>
          </p:cNvPr>
          <p:cNvSpPr>
            <a:spLocks noGrp="1"/>
          </p:cNvSpPr>
          <p:nvPr>
            <p:ph sz="quarter" idx="15" hasCustomPrompt="1"/>
          </p:nvPr>
        </p:nvSpPr>
        <p:spPr>
          <a:xfrm>
            <a:off x="582484" y="1600199"/>
            <a:ext cx="9171115" cy="3259668"/>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defRPr>
                <a:solidFill>
                  <a:schemeClr val="tx1"/>
                </a:solidFill>
              </a:defRPr>
            </a:lvl1pPr>
          </a:lstStyle>
          <a:p>
            <a:fld id="{53DF09C0-6535-4055-81CC-988E059C8EEC}" type="datetime1">
              <a:rPr lang="en-US" smtClean="0"/>
              <a:t>2/22/2026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47274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1">
            <a:lumMod val="50000"/>
          </a:schemeClr>
        </a:solidFill>
        <a:effectLst/>
      </p:bgPr>
    </p:bg>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132C402C-8B4C-3690-6875-FE157681B853}"/>
              </a:ext>
            </a:extLst>
          </p:cNvPr>
          <p:cNvSpPr>
            <a:spLocks noGrp="1"/>
          </p:cNvSpPr>
          <p:nvPr>
            <p:ph type="title"/>
          </p:nvPr>
        </p:nvSpPr>
        <p:spPr>
          <a:xfrm>
            <a:off x="612648" y="525780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4" name="Content Placeholder 12">
            <a:extLst>
              <a:ext uri="{FF2B5EF4-FFF2-40B4-BE49-F238E27FC236}">
                <a16:creationId xmlns:a16="http://schemas.microsoft.com/office/drawing/2014/main" id="{C80DC0CF-9044-3D55-7D8F-4CD97232E3E8}"/>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p>
            <a:fld id="{B85187EE-7BBC-405E-B3F5-9C3E88970356}" type="datetime1">
              <a:rPr lang="en-US" smtClean="0"/>
              <a:t>2/22/2026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6" name="Freeform: Shape 5">
            <a:extLst>
              <a:ext uri="{FF2B5EF4-FFF2-40B4-BE49-F238E27FC236}">
                <a16:creationId xmlns:a16="http://schemas.microsoft.com/office/drawing/2014/main" id="{1B480B90-B64C-0559-ACB2-7DBB57135C77}"/>
              </a:ext>
            </a:extLst>
          </p:cNvPr>
          <p:cNvSpPr/>
          <p:nvPr/>
        </p:nvSpPr>
        <p:spPr>
          <a:xfrm>
            <a:off x="11250895" y="456206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2"/>
            </a:solid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CD2E866D-D29F-1CC5-14B2-BB24F10745FE}"/>
              </a:ext>
            </a:extLst>
          </p:cNvPr>
          <p:cNvSpPr/>
          <p:nvPr/>
        </p:nvSpPr>
        <p:spPr>
          <a:xfrm>
            <a:off x="685800" y="491255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FA0DC7F-E416-CA3E-E389-945D5FA32CC9}"/>
              </a:ext>
            </a:extLst>
          </p:cNvPr>
          <p:cNvSpPr/>
          <p:nvPr/>
        </p:nvSpPr>
        <p:spPr>
          <a:xfrm>
            <a:off x="10998565" y="464449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2D9CC5C-2252-AB09-49B5-FD1BE0E74E30}"/>
              </a:ext>
            </a:extLst>
          </p:cNvPr>
          <p:cNvSpPr/>
          <p:nvPr/>
        </p:nvSpPr>
        <p:spPr>
          <a:xfrm>
            <a:off x="10976145" y="464449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2"/>
            </a:solidFill>
            <a:prstDash val="solid"/>
            <a:miter/>
          </a:ln>
        </p:spPr>
        <p:txBody>
          <a:bodyPr rtlCol="0" anchor="ctr"/>
          <a:lstStyle/>
          <a:p>
            <a:endParaRPr lang="en-US"/>
          </a:p>
        </p:txBody>
      </p:sp>
    </p:spTree>
    <p:extLst>
      <p:ext uri="{BB962C8B-B14F-4D97-AF65-F5344CB8AC3E}">
        <p14:creationId xmlns:p14="http://schemas.microsoft.com/office/powerpoint/2010/main" val="2108005121"/>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979D7E7-81D7-BD45-ADEC-E83F7EF73EC8}"/>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6D6EAAA-843B-4F5B-47BF-3A0B75B59A45}"/>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D5A4CCB8-341A-D7B3-2B2F-C6943129C281}"/>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A1B2662-9528-65C6-986B-EA4135BF4CA6}"/>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685800"/>
            <a:ext cx="10972800" cy="4514529"/>
          </a:xfrm>
        </p:spPr>
        <p:txBody>
          <a:bodyPr anchor="t">
            <a:noAutofit/>
          </a:bodyPr>
          <a:lstStyle>
            <a:lvl1pPr marL="0" indent="0">
              <a:lnSpc>
                <a:spcPct val="90000"/>
              </a:lnSpc>
              <a:buNone/>
              <a:defRPr sz="7000" b="0" i="0" cap="all" baseline="0">
                <a:latin typeface="+mn-lt"/>
              </a:defRPr>
            </a:lvl1pPr>
            <a:lvl2pPr marL="228600" indent="0">
              <a:lnSpc>
                <a:spcPct val="90000"/>
              </a:lnSpc>
              <a:buNone/>
              <a:defRPr sz="7000" b="0" i="0" cap="all" baseline="0">
                <a:latin typeface="+mn-lt"/>
              </a:defRPr>
            </a:lvl2pPr>
            <a:lvl3pPr marL="457200" indent="0">
              <a:lnSpc>
                <a:spcPct val="90000"/>
              </a:lnSpc>
              <a:buNone/>
              <a:defRPr sz="7000" b="0" i="0" cap="all" baseline="0">
                <a:latin typeface="+mn-lt"/>
              </a:defRPr>
            </a:lvl3pPr>
            <a:lvl4pPr marL="685800" indent="0">
              <a:lnSpc>
                <a:spcPct val="90000"/>
              </a:lnSpc>
              <a:buNone/>
              <a:defRPr sz="7000" b="0" i="0" cap="all" baseline="0">
                <a:latin typeface="+mn-lt"/>
              </a:defRPr>
            </a:lvl4pPr>
            <a:lvl5pPr marL="914400" indent="0">
              <a:lnSpc>
                <a:spcPct val="90000"/>
              </a:lnSpc>
              <a:buNone/>
              <a:defRPr sz="7000" b="0" i="0" cap="all" baseline="0">
                <a:latin typeface="+mn-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967A35BA-41D5-4E87-94C2-E365E2A3656B}" type="datetime1">
              <a:rPr lang="en-US" smtClean="0"/>
              <a:t>2/22/2026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51112780"/>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0572EAA-9C03-6737-7961-89F7D9E127AC}"/>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D2A1F66-1FB1-8357-178D-CB1C0F8B7E56}"/>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D8E75-63C0-8CE8-7E5A-37E4E429140F}"/>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9DF1B2A2-FEB2-CC42-0F0F-71CD13535424}"/>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85800"/>
            <a:ext cx="10972800" cy="4572000"/>
          </a:xfrm>
        </p:spPr>
        <p:txBody>
          <a:bodyPr vert="horz" lIns="91440" tIns="45720" rIns="91440" bIns="45720" rtlCol="0" anchor="t">
            <a:noAutofit/>
          </a:bodyPr>
          <a:lstStyle>
            <a:lvl1pPr marL="0" indent="0">
              <a:lnSpc>
                <a:spcPct val="90000"/>
              </a:lnSpc>
              <a:buNone/>
              <a:defRPr lang="en-US" sz="7000" b="0" i="0" cap="all" baseline="0" dirty="0">
                <a:latin typeface="+mn-lt"/>
              </a:defRPr>
            </a:lvl1pPr>
            <a:lvl2pPr marL="228600" indent="0">
              <a:lnSpc>
                <a:spcPct val="90000"/>
              </a:lnSpc>
              <a:buNone/>
              <a:defRPr lang="en-US" sz="7000" b="0" i="0" cap="all" baseline="0" dirty="0">
                <a:latin typeface="+mn-lt"/>
              </a:defRPr>
            </a:lvl2pPr>
            <a:lvl3pPr marL="457200" indent="0">
              <a:lnSpc>
                <a:spcPct val="90000"/>
              </a:lnSpc>
              <a:buNone/>
              <a:defRPr lang="en-US" sz="7000" b="0" i="0" cap="all" baseline="0" dirty="0">
                <a:latin typeface="+mn-lt"/>
              </a:defRPr>
            </a:lvl3pPr>
            <a:lvl4pPr marL="685800" indent="0">
              <a:lnSpc>
                <a:spcPct val="90000"/>
              </a:lnSpc>
              <a:buNone/>
              <a:defRPr lang="en-US" sz="7000" b="0" i="0" cap="all" baseline="0" dirty="0">
                <a:latin typeface="+mn-lt"/>
              </a:defRPr>
            </a:lvl4pPr>
            <a:lvl5pPr marL="914400" indent="0">
              <a:lnSpc>
                <a:spcPct val="90000"/>
              </a:lnSpc>
              <a:buNone/>
              <a:defRPr lang="en-US" sz="7000" b="0" i="0" cap="all" baseline="0" dirty="0">
                <a:latin typeface="+mn-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DA4345C7-9F39-4767-92C9-EBF29396D0A9}" type="datetime1">
              <a:rPr lang="en-US" smtClean="0"/>
              <a:t>2/22/2026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94551634"/>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2"/>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22479" y="685800"/>
            <a:ext cx="9140953" cy="2699775"/>
          </a:xfrm>
        </p:spPr>
        <p:txBody>
          <a:bodyPr anchor="t">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4A6891D2-C712-4357-A4F9-7362E459A272}" type="datetime1">
              <a:rPr lang="en-US" smtClean="0"/>
              <a:pPr/>
              <a:t>2/22/2026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8" name="Freeform: Shape 7">
            <a:extLst>
              <a:ext uri="{FF2B5EF4-FFF2-40B4-BE49-F238E27FC236}">
                <a16:creationId xmlns:a16="http://schemas.microsoft.com/office/drawing/2014/main" id="{FE594965-EF4A-40C0-FED1-CF5564CED970}"/>
              </a:ext>
            </a:extLst>
          </p:cNvPr>
          <p:cNvSpPr/>
          <p:nvPr/>
        </p:nvSpPr>
        <p:spPr>
          <a:xfrm>
            <a:off x="11250895" y="456206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69DE90F9-432C-AEEC-88D5-177A0E299391}"/>
              </a:ext>
            </a:extLst>
          </p:cNvPr>
          <p:cNvSpPr/>
          <p:nvPr/>
        </p:nvSpPr>
        <p:spPr>
          <a:xfrm>
            <a:off x="685800" y="491255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78ECD3CD-C697-A46B-71F2-D64BD77C395C}"/>
              </a:ext>
            </a:extLst>
          </p:cNvPr>
          <p:cNvSpPr/>
          <p:nvPr/>
        </p:nvSpPr>
        <p:spPr>
          <a:xfrm>
            <a:off x="10998565" y="464449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46793A7-6512-567E-DAFF-BB4A63B89DC3}"/>
              </a:ext>
            </a:extLst>
          </p:cNvPr>
          <p:cNvSpPr/>
          <p:nvPr/>
        </p:nvSpPr>
        <p:spPr>
          <a:xfrm>
            <a:off x="10976145" y="464449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6" name="Title 5">
            <a:extLst>
              <a:ext uri="{FF2B5EF4-FFF2-40B4-BE49-F238E27FC236}">
                <a16:creationId xmlns:a16="http://schemas.microsoft.com/office/drawing/2014/main" id="{A66A0D5A-6B2D-15B8-4FC0-30535DF01217}"/>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179918211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4"/>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D86F34B-87C2-AC58-5483-78C0E5DB477C}"/>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B6B59A7-7C3C-7431-CC9A-51EFBA257959}"/>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2D0661-BB9A-E751-A4EB-2C95BF96A560}"/>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bg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09A5AB9-86E5-2BD1-8EFC-49C204619282}"/>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bg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7" y="1600200"/>
            <a:ext cx="10055353" cy="3657601"/>
          </a:xfrm>
        </p:spPr>
        <p:txBody>
          <a:bodyPr anchor="b">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234566FD-24FB-4338-A35C-D9AE347B4F66}" type="datetime1">
              <a:rPr lang="en-US" smtClean="0"/>
              <a:pPr/>
              <a:t>2/22/2026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5">
            <a:extLst>
              <a:ext uri="{FF2B5EF4-FFF2-40B4-BE49-F238E27FC236}">
                <a16:creationId xmlns:a16="http://schemas.microsoft.com/office/drawing/2014/main" id="{A4A8879E-F637-BA38-C325-517B59E125EE}"/>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2160219630"/>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20ED10B2-4172-93C9-B408-242DDBA504A8}"/>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CF4AA95-C597-81F0-35EA-96B5BA7A12BB}"/>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37871-D86F-9BA6-1D96-9B3392C2F247}"/>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B203EFA-FE43-9B63-5768-4A3FD1509639}"/>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868680"/>
            <a:ext cx="9140952" cy="3660746"/>
          </a:xfrm>
        </p:spPr>
        <p:txBody>
          <a:bodyPr anchor="ctr">
            <a:noAutofit/>
          </a:bodyPr>
          <a:lstStyle>
            <a:lvl1pPr marL="164592" indent="-164592">
              <a:lnSpc>
                <a:spcPct val="11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D02BF1DD-1BF4-406D-9906-B4846BCC8D55}" type="datetime1">
              <a:rPr lang="en-US" smtClean="0"/>
              <a:pPr/>
              <a:t>2/22/2026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12">
            <a:extLst>
              <a:ext uri="{FF2B5EF4-FFF2-40B4-BE49-F238E27FC236}">
                <a16:creationId xmlns:a16="http://schemas.microsoft.com/office/drawing/2014/main" id="{F259B8E5-883A-B6CE-4C6C-F6F48B038CDE}"/>
              </a:ext>
            </a:extLst>
          </p:cNvPr>
          <p:cNvSpPr>
            <a:spLocks noGrp="1"/>
          </p:cNvSpPr>
          <p:nvPr>
            <p:ph type="title" hasCustomPrompt="1"/>
          </p:nvPr>
        </p:nvSpPr>
        <p:spPr>
          <a:xfrm>
            <a:off x="612648" y="4617720"/>
            <a:ext cx="9140951" cy="788609"/>
          </a:xfrm>
        </p:spPr>
        <p:txBody>
          <a:bodyPr anchor="t">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22918804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1133170"/>
          </a:xfrm>
        </p:spPr>
        <p:txBody>
          <a:bodyPr anchor="b">
            <a:noAutofit/>
          </a:bodyPr>
          <a:lstStyle/>
          <a:p>
            <a:r>
              <a:rPr lang="en-US" dirty="0"/>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965960"/>
            <a:ext cx="5074920"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470969" y="1965960"/>
            <a:ext cx="5075237" cy="4195763"/>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CD0A52C9-A7D6-4EB8-8F3D-1519181DDC1D}" type="datetime1">
              <a:rPr lang="en-US" smtClean="0"/>
              <a:t>2/22/2026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9024391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FA77448-F1DA-CAC1-9B05-8F5CE65586ED}"/>
              </a:ext>
            </a:extLst>
          </p:cNvPr>
          <p:cNvSpPr>
            <a:spLocks noGrp="1"/>
          </p:cNvSpPr>
          <p:nvPr>
            <p:ph type="title"/>
          </p:nvPr>
        </p:nvSpPr>
        <p:spPr>
          <a:xfrm>
            <a:off x="612647" y="685800"/>
            <a:ext cx="10963655" cy="1133170"/>
          </a:xfrm>
        </p:spPr>
        <p:txBody>
          <a:bodyPr anchor="b">
            <a:noAutofit/>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40080" y="1878566"/>
            <a:ext cx="5074920"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97572" y="1878566"/>
            <a:ext cx="5075556"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514600"/>
            <a:ext cx="5075238" cy="365918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497572" y="2514600"/>
            <a:ext cx="5075556" cy="365918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noAutofit/>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noAutofit/>
          </a:bodyPr>
          <a:lstStyle/>
          <a:p>
            <a:fld id="{2E9CE581-A048-42A8-B14C-488A3338D2F0}" type="datetime1">
              <a:rPr lang="en-US" smtClean="0"/>
              <a:t>2/22/2026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8535362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F5184-1DAA-DFF4-A408-3D5DD1517148}"/>
              </a:ext>
            </a:extLst>
          </p:cNvPr>
          <p:cNvSpPr>
            <a:spLocks noGrp="1"/>
          </p:cNvSpPr>
          <p:nvPr>
            <p:ph type="title"/>
          </p:nvPr>
        </p:nvSpPr>
        <p:spPr>
          <a:xfrm>
            <a:off x="612647" y="685800"/>
            <a:ext cx="10963655" cy="1133170"/>
          </a:xfrm>
        </p:spPr>
        <p:txBody>
          <a:bodyPr anchor="b">
            <a:noAutofit/>
          </a:bodyPr>
          <a:lstStyle/>
          <a:p>
            <a:r>
              <a:rPr lang="en-US" dirty="0"/>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fld id="{F37B15FB-E45F-4977-9C40-BB6531CE6EA6}" type="datetime1">
              <a:rPr lang="en-US" smtClean="0"/>
              <a:t>2/22/2026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815250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noAutofit/>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noAutofit/>
          </a:bodyPr>
          <a:lstStyle/>
          <a:p>
            <a:fld id="{18922BC5-E711-4A36-A80E-0A418F83672D}" type="datetime1">
              <a:rPr lang="en-US" smtClean="0"/>
              <a:t>2/22/2026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2599015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A9EA653-B766-E096-036C-1C173E2991BD}"/>
              </a:ext>
            </a:extLst>
          </p:cNvPr>
          <p:cNvSpPr>
            <a:spLocks noGrp="1"/>
          </p:cNvSpPr>
          <p:nvPr>
            <p:ph type="title"/>
          </p:nvPr>
        </p:nvSpPr>
        <p:spPr>
          <a:xfrm>
            <a:off x="612647" y="685800"/>
            <a:ext cx="3654553" cy="3643916"/>
          </a:xfrm>
        </p:spPr>
        <p:txBody>
          <a:bodyPr anchor="t">
            <a:noAutofit/>
          </a:bodyPr>
          <a:lstStyle>
            <a:lvl1pPr>
              <a:defRPr sz="5400"/>
            </a:lvl1pPr>
          </a:lstStyle>
          <a:p>
            <a:r>
              <a:rPr lang="en-US" dirty="0"/>
              <a:t>Click to edit Master title style</a:t>
            </a:r>
          </a:p>
        </p:txBody>
      </p:sp>
      <p:sp>
        <p:nvSpPr>
          <p:cNvPr id="9" name="Text Placeholder 3">
            <a:extLst>
              <a:ext uri="{FF2B5EF4-FFF2-40B4-BE49-F238E27FC236}">
                <a16:creationId xmlns:a16="http://schemas.microsoft.com/office/drawing/2014/main" id="{31845593-CC30-27D6-3F82-E2BA784C49F2}"/>
              </a:ext>
            </a:extLst>
          </p:cNvPr>
          <p:cNvSpPr>
            <a:spLocks noGrp="1"/>
          </p:cNvSpPr>
          <p:nvPr>
            <p:ph type="body" sz="half" idx="2"/>
          </p:nvPr>
        </p:nvSpPr>
        <p:spPr>
          <a:xfrm>
            <a:off x="612647" y="4526280"/>
            <a:ext cx="3654553" cy="1621111"/>
          </a:xfrm>
        </p:spPr>
        <p:txBody>
          <a:bodyPr anchor="b">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76801" y="685800"/>
            <a:ext cx="6699502" cy="5486400"/>
          </a:xfrm>
        </p:spPr>
        <p:txBody>
          <a:bodyPr vert="horz" lIns="91440" tIns="45720" rIns="91440" bIns="45720" rtlCol="0">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noAutofit/>
          </a:bodyPr>
          <a:lstStyle/>
          <a:p>
            <a:fld id="{81D94988-488B-40CC-9623-27A54F95F7B4}" type="datetime1">
              <a:rPr lang="en-US" smtClean="0"/>
              <a:t>2/22/2026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27365434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7" y="685800"/>
            <a:ext cx="3654553" cy="3643916"/>
          </a:xfrm>
        </p:spPr>
        <p:txBody>
          <a:bodyPr anchor="t">
            <a:noAutofit/>
          </a:bodyPr>
          <a:lstStyle>
            <a:lvl1pPr>
              <a:defRPr sz="54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7" y="4526280"/>
            <a:ext cx="3654553" cy="1621111"/>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872039" y="685800"/>
            <a:ext cx="6699502" cy="5442639"/>
          </a:xfrm>
          <a:blipFill>
            <a:blip r:embed="rId2">
              <a:alphaModFix amt="6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noAutofit/>
          </a:bodyPr>
          <a:lstStyle/>
          <a:p>
            <a:fld id="{FA3C7011-18F0-49E4-85C9-3E22BE44E3EB}" type="datetime1">
              <a:rPr lang="en-US" smtClean="0"/>
              <a:t>2/22/2026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5318831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72800" cy="1828800"/>
          </a:xfrm>
        </p:spPr>
        <p:txBody>
          <a:bodyPr anchor="b">
            <a:noAutofit/>
          </a:bodyPr>
          <a:lstStyle>
            <a:lvl1pPr>
              <a:defRPr sz="9000"/>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10972800" cy="2743198"/>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9" name="Straight Connector 8">
            <a:extLst>
              <a:ext uri="{FF2B5EF4-FFF2-40B4-BE49-F238E27FC236}">
                <a16:creationId xmlns:a16="http://schemas.microsoft.com/office/drawing/2014/main" id="{A07EC6D5-3C89-D412-4A74-4DD843571D29}"/>
              </a:ext>
            </a:extLst>
          </p:cNvPr>
          <p:cNvCxnSpPr/>
          <p:nvPr userDrawn="1"/>
        </p:nvCxnSpPr>
        <p:spPr>
          <a:xfrm>
            <a:off x="621792" y="2895600"/>
            <a:ext cx="10963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8B1E6060-C53E-4F28-8D83-0C4FB26C4A3F}" type="datetime1">
              <a:rPr lang="en-US" smtClean="0"/>
              <a:t>2/22/2026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94120587"/>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FAB975A1-C2E9-D1D4-3C6F-7296B13798B1}"/>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243F218-F67B-B464-9035-A6AA389E6224}"/>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61F0E05A-E796-C1AE-DCB2-706459874FC1}"/>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C863187-9C01-45D7-5737-0DEACAA80C83}"/>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8226424" cy="3725056"/>
          </a:xfrm>
        </p:spPr>
        <p:txBody>
          <a:bodyPr anchor="b">
            <a:noAutofit/>
          </a:bodyPr>
          <a:lstStyle>
            <a:lvl1pPr>
              <a:defRPr sz="9000"/>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7" y="4572000"/>
            <a:ext cx="8226424" cy="1608008"/>
          </a:xfrm>
        </p:spPr>
        <p:txBody>
          <a:bodyPr>
            <a:noAutofit/>
          </a:bodyPr>
          <a:lstStyle>
            <a:lvl1pPr marL="0" indent="0">
              <a:buNone/>
              <a:defRPr sz="1800"/>
            </a:lvl1pPr>
            <a:lvl2pPr marL="228600" indent="0">
              <a:buNone/>
              <a:defRPr sz="1800"/>
            </a:lvl2pPr>
            <a:lvl3pPr marL="457200" indent="0">
              <a:buNone/>
              <a:defRPr sz="1800"/>
            </a:lvl3pPr>
            <a:lvl4pPr marL="685800" indent="0">
              <a:buNone/>
              <a:defRPr sz="1800"/>
            </a:lvl4pPr>
            <a:lvl5pPr marL="914400" indent="0">
              <a:buNone/>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1D3D1E3E-5DD4-4BAD-A138-1254BF94C224}" type="datetime1">
              <a:rPr lang="en-US" smtClean="0"/>
              <a:t>2/22/2026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91053645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85799"/>
            <a:ext cx="10963655" cy="914401"/>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600200"/>
            <a:ext cx="10963656" cy="45720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normAutofit/>
          </a:bodyPr>
          <a:lstStyle>
            <a:lvl1pPr algn="l" rtl="0">
              <a:defRPr sz="800" b="0" i="0" cap="all" baseline="0">
                <a:solidFill>
                  <a:schemeClr val="tx1"/>
                </a:solidFill>
                <a:latin typeface="+mn-lt"/>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7DF4F7BB-A1DF-4BD2-8D5B-CA9EB40127CE}" type="datetime1">
              <a:rPr lang="en-US" smtClean="0"/>
              <a:pPr/>
              <a:t>2/22/2026</a:t>
            </a:fld>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89949673"/>
      </p:ext>
    </p:extLst>
  </p:cSld>
  <p:clrMap bg1="lt1" tx1="dk1" bg2="lt2" tx2="dk2" accent1="accent1" accent2="accent2" accent3="accent3" accent4="accent4" accent5="accent5" accent6="accent6" hlink="hlink" folHlink="folHlink"/>
  <p:sldLayoutIdLst>
    <p:sldLayoutId id="2147484119" r:id="rId1"/>
    <p:sldLayoutId id="2147484115" r:id="rId2"/>
    <p:sldLayoutId id="2147484114" r:id="rId3"/>
    <p:sldLayoutId id="2147484116" r:id="rId4"/>
    <p:sldLayoutId id="2147484117" r:id="rId5"/>
    <p:sldLayoutId id="2147484118" r:id="rId6"/>
    <p:sldLayoutId id="2147484120" r:id="rId7"/>
    <p:sldLayoutId id="2147484121" r:id="rId8"/>
    <p:sldLayoutId id="2147484122" r:id="rId9"/>
    <p:sldLayoutId id="2147484169" r:id="rId10"/>
    <p:sldLayoutId id="2147484124" r:id="rId11"/>
    <p:sldLayoutId id="2147484125" r:id="rId12"/>
    <p:sldLayoutId id="2147484126" r:id="rId13"/>
    <p:sldLayoutId id="2147484127" r:id="rId14"/>
    <p:sldLayoutId id="2147484128" r:id="rId15"/>
    <p:sldLayoutId id="2147484129" r:id="rId16"/>
    <p:sldLayoutId id="2147484130" r:id="rId17"/>
    <p:sldLayoutId id="2147484131" r:id="rId18"/>
    <p:sldLayoutId id="2147484132" r:id="rId19"/>
    <p:sldLayoutId id="2147484133" r:id="rId20"/>
    <p:sldLayoutId id="2147484134" r:id="rId21"/>
    <p:sldLayoutId id="2147484135" r:id="rId22"/>
    <p:sldLayoutId id="2147484136" r:id="rId23"/>
    <p:sldLayoutId id="2147484137" r:id="rId24"/>
    <p:sldLayoutId id="2147484138" r:id="rId25"/>
    <p:sldLayoutId id="2147484139" r:id="rId26"/>
    <p:sldLayoutId id="2147484140" r:id="rId27"/>
    <p:sldLayoutId id="2147484141" r:id="rId28"/>
    <p:sldLayoutId id="2147484142" r:id="rId29"/>
    <p:sldLayoutId id="2147484143" r:id="rId30"/>
    <p:sldLayoutId id="2147484144" r:id="rId31"/>
    <p:sldLayoutId id="2147484145" r:id="rId32"/>
    <p:sldLayoutId id="2147484146" r:id="rId33"/>
    <p:sldLayoutId id="2147484147" r:id="rId34"/>
    <p:sldLayoutId id="2147484148" r:id="rId35"/>
    <p:sldLayoutId id="2147484149" r:id="rId36"/>
    <p:sldLayoutId id="2147484150" r:id="rId37"/>
    <p:sldLayoutId id="2147484152" r:id="rId38"/>
    <p:sldLayoutId id="2147484153" r:id="rId39"/>
    <p:sldLayoutId id="2147484157" r:id="rId40"/>
    <p:sldLayoutId id="2147484158" r:id="rId41"/>
    <p:sldLayoutId id="2147484159" r:id="rId42"/>
    <p:sldLayoutId id="2147484160" r:id="rId43"/>
    <p:sldLayoutId id="2147484161" r:id="rId44"/>
    <p:sldLayoutId id="2147484162" r:id="rId45"/>
    <p:sldLayoutId id="2147484163" r:id="rId46"/>
    <p:sldLayoutId id="2147484164" r:id="rId47"/>
    <p:sldLayoutId id="2147484165" r:id="rId48"/>
    <p:sldLayoutId id="2147484166" r:id="rId49"/>
    <p:sldLayoutId id="2147484167" r:id="rId50"/>
    <p:sldLayoutId id="2147484168" r:id="rId51"/>
  </p:sldLayoutIdLst>
  <p:hf sldNum="0" hdr="0" ftr="0" dt="0"/>
  <p:txStyles>
    <p:titleStyle>
      <a:lvl1pPr algn="l" defTabSz="914400" rtl="0" eaLnBrk="1" latinLnBrk="0" hangingPunct="1">
        <a:lnSpc>
          <a:spcPct val="80000"/>
        </a:lnSpc>
        <a:spcBef>
          <a:spcPct val="0"/>
        </a:spcBef>
        <a:buNone/>
        <a:defRPr sz="5400" b="0" i="0" kern="1200" cap="all" spc="0" baseline="0">
          <a:solidFill>
            <a:schemeClr val="tx2"/>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2"/>
          </a:solidFill>
          <a:latin typeface="+mn-lt"/>
          <a:ea typeface="+mn-ea"/>
          <a:cs typeface="+mn-cs"/>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2"/>
          </a:solidFill>
          <a:latin typeface="+mn-lt"/>
          <a:ea typeface="+mn-ea"/>
          <a:cs typeface="+mn-cs"/>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3pPr>
      <a:lvl4pPr marL="6858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4pPr>
      <a:lvl5pPr marL="9144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7" orient="horz" pos="2160">
          <p15:clr>
            <a:srgbClr val="F26B43"/>
          </p15:clr>
        </p15:guide>
        <p15:guide id="28" pos="3840">
          <p15:clr>
            <a:srgbClr val="F26B43"/>
          </p15:clr>
        </p15:guide>
        <p15:guide id="29" pos="7296">
          <p15:clr>
            <a:srgbClr val="F26B43"/>
          </p15:clr>
        </p15:guide>
        <p15:guide id="30" pos="3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3F763-ACD6-0FCE-4998-C932D63C521F}"/>
              </a:ext>
            </a:extLst>
          </p:cNvPr>
          <p:cNvSpPr>
            <a:spLocks noGrp="1"/>
          </p:cNvSpPr>
          <p:nvPr>
            <p:ph type="ctrTitle"/>
          </p:nvPr>
        </p:nvSpPr>
        <p:spPr>
          <a:xfrm>
            <a:off x="612646" y="1600200"/>
            <a:ext cx="10483927" cy="3492875"/>
          </a:xfrm>
        </p:spPr>
        <p:txBody>
          <a:bodyPr anchor="b">
            <a:normAutofit/>
          </a:bodyPr>
          <a:lstStyle/>
          <a:p>
            <a:r>
              <a:rPr lang="en-US" sz="7000"/>
              <a:t>How SQL Statements Are Logically Processed</a:t>
            </a:r>
          </a:p>
        </p:txBody>
      </p:sp>
      <p:sp>
        <p:nvSpPr>
          <p:cNvPr id="3" name="Subtitle 2">
            <a:extLst>
              <a:ext uri="{FF2B5EF4-FFF2-40B4-BE49-F238E27FC236}">
                <a16:creationId xmlns:a16="http://schemas.microsoft.com/office/drawing/2014/main" id="{34E8FEA1-66F6-BECA-0D59-9F5299B03E50}"/>
              </a:ext>
            </a:extLst>
          </p:cNvPr>
          <p:cNvSpPr>
            <a:spLocks noGrp="1"/>
          </p:cNvSpPr>
          <p:nvPr>
            <p:ph type="subTitle" idx="1"/>
          </p:nvPr>
        </p:nvSpPr>
        <p:spPr>
          <a:xfrm>
            <a:off x="612646" y="5931314"/>
            <a:ext cx="10483927" cy="816864"/>
          </a:xfrm>
        </p:spPr>
        <p:txBody>
          <a:bodyPr>
            <a:normAutofit/>
          </a:bodyPr>
          <a:lstStyle/>
          <a:p>
            <a:r>
              <a:rPr lang="en-US"/>
              <a:t>Understanding the sequence of SQL query execution steps</a:t>
            </a:r>
          </a:p>
        </p:txBody>
      </p:sp>
    </p:spTree>
    <p:extLst>
      <p:ext uri="{BB962C8B-B14F-4D97-AF65-F5344CB8AC3E}">
        <p14:creationId xmlns:p14="http://schemas.microsoft.com/office/powerpoint/2010/main" val="2708185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par>
                                <p:cTn id="11" presetID="42" presetClass="entr" presetSubtype="0" fill="hold" grpId="1" nodeType="withEffect">
                                  <p:stCondLst>
                                    <p:cond delay="250"/>
                                  </p:stCondLst>
                                  <p:iterate type="wd">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9B761-E267-518A-63BC-AAB32803E13F}"/>
              </a:ext>
            </a:extLst>
          </p:cNvPr>
          <p:cNvSpPr>
            <a:spLocks noGrp="1"/>
          </p:cNvSpPr>
          <p:nvPr>
            <p:ph type="ctrTitle"/>
          </p:nvPr>
        </p:nvSpPr>
        <p:spPr>
          <a:xfrm>
            <a:off x="609600" y="990600"/>
            <a:ext cx="10058400" cy="5029200"/>
          </a:xfrm>
        </p:spPr>
        <p:txBody>
          <a:bodyPr anchor="b">
            <a:normAutofit/>
          </a:bodyPr>
          <a:lstStyle/>
          <a:p>
            <a:r>
              <a:rPr lang="en-US"/>
              <a:t>SQL Logical Processing Concepts</a:t>
            </a:r>
          </a:p>
        </p:txBody>
      </p:sp>
    </p:spTree>
    <p:extLst>
      <p:ext uri="{BB962C8B-B14F-4D97-AF65-F5344CB8AC3E}">
        <p14:creationId xmlns:p14="http://schemas.microsoft.com/office/powerpoint/2010/main" val="28983965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F827E-CB60-457F-97CD-C5885BD12132}"/>
              </a:ext>
            </a:extLst>
          </p:cNvPr>
          <p:cNvSpPr>
            <a:spLocks noGrp="1"/>
          </p:cNvSpPr>
          <p:nvPr>
            <p:ph type="title"/>
          </p:nvPr>
        </p:nvSpPr>
        <p:spPr>
          <a:xfrm>
            <a:off x="609599" y="685800"/>
            <a:ext cx="4564763" cy="1426798"/>
          </a:xfrm>
        </p:spPr>
        <p:txBody>
          <a:bodyPr anchor="b">
            <a:normAutofit/>
          </a:bodyPr>
          <a:lstStyle/>
          <a:p>
            <a:r>
              <a:rPr lang="en-US" sz="3400"/>
              <a:t>The Logical Order of SQL Evaluation</a:t>
            </a:r>
          </a:p>
        </p:txBody>
      </p:sp>
      <p:pic>
        <p:nvPicPr>
          <p:cNvPr id="5" name="Content Placeholder 4" descr="3d flow chart.">
            <a:extLst>
              <a:ext uri="{FF2B5EF4-FFF2-40B4-BE49-F238E27FC236}">
                <a16:creationId xmlns:a16="http://schemas.microsoft.com/office/drawing/2014/main" id="{F3F38DCD-52F2-4368-AF31-EF1D29D28420}"/>
              </a:ext>
            </a:extLst>
          </p:cNvPr>
          <p:cNvPicPr>
            <a:picLocks noGrp="1" noChangeAspect="1"/>
          </p:cNvPicPr>
          <p:nvPr>
            <p:ph type="pic" sz="quarter" idx="15"/>
          </p:nvPr>
        </p:nvPicPr>
        <p:blipFill>
          <a:blip r:embed="rId3"/>
          <a:stretch/>
        </p:blipFill>
        <p:spPr>
          <a:xfrm>
            <a:off x="609599" y="3191708"/>
            <a:ext cx="4564763" cy="2282381"/>
          </a:xfrm>
        </p:spPr>
      </p:pic>
      <p:sp>
        <p:nvSpPr>
          <p:cNvPr id="4" name="Content Placeholder 3">
            <a:extLst>
              <a:ext uri="{FF2B5EF4-FFF2-40B4-BE49-F238E27FC236}">
                <a16:creationId xmlns:a16="http://schemas.microsoft.com/office/drawing/2014/main" id="{897DB007-45DD-3A71-A47C-071EED2C946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90060" y="685800"/>
            <a:ext cx="5792341" cy="5465398"/>
          </a:xfrm>
        </p:spPr>
        <p:txBody>
          <a:bodyPr>
            <a:normAutofit/>
          </a:bodyPr>
          <a:lstStyle/>
          <a:p>
            <a:pPr marL="0" indent="0">
              <a:spcBef>
                <a:spcPts val="2500"/>
              </a:spcBef>
              <a:buFont typeface="Arial" panose="020B0604020202020204" pitchFamily="34" charset="0"/>
              <a:buNone/>
            </a:pPr>
            <a:r>
              <a:rPr lang="en-US" b="1"/>
              <a:t>Initial Dataset Assembly</a:t>
            </a:r>
          </a:p>
          <a:p>
            <a:pPr marL="0" lvl="1" indent="0">
              <a:buFont typeface="Arial" panose="020B0604020202020204" pitchFamily="34" charset="0"/>
              <a:buNone/>
            </a:pPr>
            <a:r>
              <a:t>SQL first processes the FROM clause to assemble the raw dataset including tables and joins before filtering.</a:t>
            </a:r>
            <a:endParaRPr lang="en-US"/>
          </a:p>
          <a:p>
            <a:pPr marL="0" indent="0">
              <a:spcBef>
                <a:spcPts val="2500"/>
              </a:spcBef>
              <a:buFont typeface="Arial" panose="020B0604020202020204" pitchFamily="34" charset="0"/>
              <a:buNone/>
            </a:pPr>
            <a:r>
              <a:rPr lang="en-US" b="1"/>
              <a:t>Filtering Rows</a:t>
            </a:r>
          </a:p>
          <a:p>
            <a:pPr marL="0" lvl="1" indent="0">
              <a:buFont typeface="Arial" panose="020B0604020202020204" pitchFamily="34" charset="0"/>
              <a:buNone/>
            </a:pPr>
            <a:r>
              <a:t>The WHERE clause filters individual rows based on non-aggregated conditions early in the sequence.</a:t>
            </a:r>
            <a:endParaRPr lang="en-US"/>
          </a:p>
          <a:p>
            <a:pPr marL="0" indent="0">
              <a:spcBef>
                <a:spcPts val="2500"/>
              </a:spcBef>
              <a:buFont typeface="Arial" panose="020B0604020202020204" pitchFamily="34" charset="0"/>
              <a:buNone/>
            </a:pPr>
            <a:r>
              <a:rPr lang="en-US" b="1"/>
              <a:t>Grouping and Aggregation</a:t>
            </a:r>
          </a:p>
          <a:p>
            <a:pPr marL="0" lvl="1" indent="0">
              <a:buFont typeface="Arial" panose="020B0604020202020204" pitchFamily="34" charset="0"/>
              <a:buNone/>
            </a:pPr>
            <a:r>
              <a:t>GROUP BY organizes rows into groups for aggregation such as sums or averages, followed by HAVING filters groups.</a:t>
            </a:r>
            <a:endParaRPr lang="en-US"/>
          </a:p>
          <a:p>
            <a:pPr marL="0" indent="0">
              <a:spcBef>
                <a:spcPts val="2500"/>
              </a:spcBef>
              <a:buFont typeface="Arial" panose="020B0604020202020204" pitchFamily="34" charset="0"/>
              <a:buNone/>
            </a:pPr>
            <a:r>
              <a:rPr lang="en-US" b="1"/>
              <a:t>Final Selection and Ordering</a:t>
            </a:r>
          </a:p>
          <a:p>
            <a:pPr marL="0" lvl="1" indent="0">
              <a:buFont typeface="Arial" panose="020B0604020202020204" pitchFamily="34" charset="0"/>
              <a:buNone/>
            </a:pPr>
            <a:r>
              <a:t>SELECT computes final expressions and ORDER BY arranges output, completing the query processing.</a:t>
            </a:r>
            <a:endParaRPr lang="en-US"/>
          </a:p>
        </p:txBody>
      </p:sp>
    </p:spTree>
    <p:extLst>
      <p:ext uri="{BB962C8B-B14F-4D97-AF65-F5344CB8AC3E}">
        <p14:creationId xmlns:p14="http://schemas.microsoft.com/office/powerpoint/2010/main" val="34546369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D59E2-A87E-5DE5-DB31-7FF4DE4F02A9}"/>
              </a:ext>
            </a:extLst>
          </p:cNvPr>
          <p:cNvSpPr>
            <a:spLocks noGrp="1"/>
          </p:cNvSpPr>
          <p:nvPr>
            <p:ph type="ctrTitle"/>
          </p:nvPr>
        </p:nvSpPr>
        <p:spPr>
          <a:xfrm>
            <a:off x="609600" y="990600"/>
            <a:ext cx="10058400" cy="5029200"/>
          </a:xfrm>
        </p:spPr>
        <p:txBody>
          <a:bodyPr anchor="b">
            <a:normAutofit/>
          </a:bodyPr>
          <a:lstStyle/>
          <a:p>
            <a:r>
              <a:rPr lang="en-US"/>
              <a:t>SQL Clause-by-Clause Processing</a:t>
            </a:r>
          </a:p>
        </p:txBody>
      </p:sp>
    </p:spTree>
    <p:extLst>
      <p:ext uri="{BB962C8B-B14F-4D97-AF65-F5344CB8AC3E}">
        <p14:creationId xmlns:p14="http://schemas.microsoft.com/office/powerpoint/2010/main" val="25421132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DCE57-A79B-5E6A-3C74-AEE2F4BD6519}"/>
              </a:ext>
            </a:extLst>
          </p:cNvPr>
          <p:cNvSpPr>
            <a:spLocks noGrp="1"/>
          </p:cNvSpPr>
          <p:nvPr>
            <p:ph type="title"/>
          </p:nvPr>
        </p:nvSpPr>
        <p:spPr>
          <a:xfrm>
            <a:off x="612647" y="685800"/>
            <a:ext cx="6858000" cy="1111532"/>
          </a:xfrm>
        </p:spPr>
        <p:txBody>
          <a:bodyPr anchor="b">
            <a:normAutofit/>
          </a:bodyPr>
          <a:lstStyle/>
          <a:p>
            <a:r>
              <a:rPr lang="en-US" sz="3800"/>
              <a:t>FROM Clause and JOIN Evaluation</a:t>
            </a:r>
          </a:p>
        </p:txBody>
      </p:sp>
      <p:sp>
        <p:nvSpPr>
          <p:cNvPr id="4" name="Content Placeholder 3">
            <a:extLst>
              <a:ext uri="{FF2B5EF4-FFF2-40B4-BE49-F238E27FC236}">
                <a16:creationId xmlns:a16="http://schemas.microsoft.com/office/drawing/2014/main" id="{54D6412B-5A82-E505-44B0-9E43EA59FAC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65960"/>
            <a:ext cx="6858000" cy="4200198"/>
          </a:xfrm>
        </p:spPr>
        <p:txBody>
          <a:bodyPr>
            <a:normAutofit/>
          </a:bodyPr>
          <a:lstStyle/>
          <a:p>
            <a:pPr marL="0" indent="0">
              <a:spcBef>
                <a:spcPts val="2500"/>
              </a:spcBef>
              <a:buFont typeface="Arial" panose="020B0604020202020204" pitchFamily="34" charset="0"/>
              <a:buNone/>
            </a:pPr>
            <a:r>
              <a:rPr lang="en-US" b="1"/>
              <a:t>Role of FROM Clause</a:t>
            </a:r>
          </a:p>
          <a:p>
            <a:pPr marL="0" lvl="1" indent="0">
              <a:buFont typeface="Arial" panose="020B0604020202020204" pitchFamily="34" charset="0"/>
              <a:buNone/>
            </a:pPr>
            <a:r>
              <a:t>The FROM clause identifies source tables and constructs the foundational dataset for all SQL operations.</a:t>
            </a:r>
            <a:endParaRPr lang="en-US"/>
          </a:p>
          <a:p>
            <a:pPr marL="0" indent="0">
              <a:spcBef>
                <a:spcPts val="2500"/>
              </a:spcBef>
              <a:buFont typeface="Arial" panose="020B0604020202020204" pitchFamily="34" charset="0"/>
              <a:buNone/>
            </a:pPr>
            <a:r>
              <a:rPr lang="en-US" b="1"/>
              <a:t>JOIN Processing Logic</a:t>
            </a:r>
          </a:p>
          <a:p>
            <a:pPr marL="0" lvl="1" indent="0">
              <a:buFont typeface="Arial" panose="020B0604020202020204" pitchFamily="34" charset="0"/>
              <a:buNone/>
            </a:pPr>
            <a:r>
              <a:t>SQL builds Cartesian products and applies join conditions to unify related tables logically into a virtual table.</a:t>
            </a:r>
            <a:endParaRPr lang="en-US"/>
          </a:p>
          <a:p>
            <a:pPr marL="0" indent="0">
              <a:spcBef>
                <a:spcPts val="2500"/>
              </a:spcBef>
              <a:buFont typeface="Arial" panose="020B0604020202020204" pitchFamily="34" charset="0"/>
              <a:buNone/>
            </a:pPr>
            <a:r>
              <a:rPr lang="en-US" b="1"/>
              <a:t>Impact on Query Performance</a:t>
            </a:r>
          </a:p>
          <a:p>
            <a:pPr marL="0" lvl="1" indent="0">
              <a:buFont typeface="Arial" panose="020B0604020202020204" pitchFamily="34" charset="0"/>
              <a:buNone/>
            </a:pPr>
            <a:r>
              <a:t>Understanding JOIN evaluation helps manage intermediate data volumes, crucial for efficient query performance.</a:t>
            </a:r>
            <a:endParaRPr lang="en-US"/>
          </a:p>
          <a:p>
            <a:pPr marL="0" indent="0">
              <a:spcBef>
                <a:spcPts val="2500"/>
              </a:spcBef>
              <a:buFont typeface="Arial" panose="020B0604020202020204" pitchFamily="34" charset="0"/>
              <a:buNone/>
            </a:pPr>
            <a:r>
              <a:rPr lang="en-US" b="1"/>
              <a:t>Importance of Join Conditions</a:t>
            </a:r>
          </a:p>
          <a:p>
            <a:pPr marL="0" lvl="1" indent="0">
              <a:buFont typeface="Arial" panose="020B0604020202020204" pitchFamily="34" charset="0"/>
              <a:buNone/>
            </a:pPr>
            <a:r>
              <a:t>Proper join conditions ensure relational integrity and prevent data duplication or omission in results.</a:t>
            </a:r>
            <a:endParaRPr lang="en-US"/>
          </a:p>
        </p:txBody>
      </p:sp>
      <p:pic>
        <p:nvPicPr>
          <p:cNvPr id="5" name="Content Placeholder 4" descr="a programmer is debugging his code (code is mirrored horizontally)&#10;&#10;view more similar files:&#10;[url=search/portfolio/248175/?facets={%2235%22:%5B%22technology%22,%22OR%20computer%22,%22OR%20camera%22,%22OR%20internet%22%5D,%229%22:0,%2230%22:%22100%22}][img]http://www.photonullplus.de/misc/istock/istock-thumb-tech.jpg[/img][/url] [url=search/portfolio/248175/?facets={%2235%22:%5B%22job%22,%22OR%20work%22,%22OR%20messenger%22%5D,%229%22:0,%2230%22:%22100%22}][img]http://www.photonullplus.de/misc/istock/istock-thumb-jobs.jpg[/img][/url]&#10;&#10;[url=file_closeup.php?id=9924417][img]file_thumbview_approve.php?size=1&amp;id=9924417[/img][/url] [url=file_closeup.php?id=9880384][img]file_thumbview_approve.php?size=1&amp;id=9880384[/img][/url] [url=file_closeup.php?id=9880369][img]file_thumbview_approve.php?size=1&amp;id=9880369[/img][/url] [url=file_closeup.php?id=9880343][img]file_thumbview_approve.php?size=1&amp;id=9880343[/img][/url] [url=file_closeup.php?id=9880317][img]file_thumbview_approve.php?size=1&amp;id=9880317[/img][/url] [url=file_closeup.php?id=9422617][img]file_thumbview_approve.php?size=1&amp;id=9422617[/img][/url] [url=file_closeup.php?id=9422623][img]file_thumbview_approve.php?size=1&amp;id=9422623[/img][/url] [url=file_closeup.php?id=16508469][img]file_thumbview_approve.php?size=1&amp;id=16508469[/img][/url] [url=file_closeup.php?id=16863859][img]file_thumbview_approve.php?size=1&amp;id=16863859[/img][/url] [url=file_closeup.php?id=16863845][img]file_thumbview_approve.php?size=1&amp;id=16863845[/img][/url] [url=file_closeup.php?id=17323807][img]file_thumbview_approve.php?size=1&amp;id=17323807[/img][/url] [url=file_closeup.php?id=17323693][img]file_thumbview_approve.php?size=1&amp;id=17323693[/img][/url] [url=file_closeup.php?id=18279006][img]file_thumbview_approve.php?size=1&amp;id=18279006[/img][/url] [url=file_closeup.php?id=18279019][img]file_thumbview_approve.php?size=1&amp;id=18279019[/img][/url]">
            <a:extLst>
              <a:ext uri="{FF2B5EF4-FFF2-40B4-BE49-F238E27FC236}">
                <a16:creationId xmlns:a16="http://schemas.microsoft.com/office/drawing/2014/main" id="{FC6C5315-C6CC-4C32-8D01-68FCCE6DEA9B}"/>
              </a:ext>
            </a:extLst>
          </p:cNvPr>
          <p:cNvPicPr>
            <a:picLocks noGrp="1" noChangeAspect="1"/>
          </p:cNvPicPr>
          <p:nvPr>
            <p:ph type="pic" sz="quarter" idx="13"/>
          </p:nvPr>
        </p:nvPicPr>
        <p:blipFill>
          <a:blip r:embed="rId3"/>
          <a:srcRect l="45421" r="14670" b="-1"/>
          <a:stretch>
            <a:fillRect/>
          </a:stretch>
        </p:blipFill>
        <p:spPr>
          <a:xfrm>
            <a:off x="8091732" y="10"/>
            <a:ext cx="4100267" cy="6857990"/>
          </a:xfrm>
        </p:spPr>
      </p:pic>
    </p:spTree>
    <p:extLst>
      <p:ext uri="{BB962C8B-B14F-4D97-AF65-F5344CB8AC3E}">
        <p14:creationId xmlns:p14="http://schemas.microsoft.com/office/powerpoint/2010/main" val="40614971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48975-D4E4-64C8-AB05-B06E0AFF10CA}"/>
              </a:ext>
            </a:extLst>
          </p:cNvPr>
          <p:cNvSpPr>
            <a:spLocks noGrp="1"/>
          </p:cNvSpPr>
          <p:nvPr>
            <p:ph type="title"/>
          </p:nvPr>
        </p:nvSpPr>
        <p:spPr>
          <a:xfrm>
            <a:off x="612647" y="685800"/>
            <a:ext cx="6858000" cy="1111532"/>
          </a:xfrm>
        </p:spPr>
        <p:txBody>
          <a:bodyPr anchor="b">
            <a:normAutofit/>
          </a:bodyPr>
          <a:lstStyle/>
          <a:p>
            <a:r>
              <a:rPr lang="en-US" sz="3800"/>
              <a:t>WHERE Clause Row Filtering</a:t>
            </a:r>
          </a:p>
        </p:txBody>
      </p:sp>
      <p:sp>
        <p:nvSpPr>
          <p:cNvPr id="4" name="Content Placeholder 3">
            <a:extLst>
              <a:ext uri="{FF2B5EF4-FFF2-40B4-BE49-F238E27FC236}">
                <a16:creationId xmlns:a16="http://schemas.microsoft.com/office/drawing/2014/main" id="{B5B98A20-7F54-E7BE-0D62-8E9B8AC53CD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65960"/>
            <a:ext cx="6858000" cy="4200198"/>
          </a:xfrm>
        </p:spPr>
        <p:txBody>
          <a:bodyPr>
            <a:normAutofit/>
          </a:bodyPr>
          <a:lstStyle/>
          <a:p>
            <a:pPr marL="0" indent="0">
              <a:spcBef>
                <a:spcPts val="2500"/>
              </a:spcBef>
              <a:buFont typeface="Arial" panose="020B0604020202020204" pitchFamily="34" charset="0"/>
              <a:buNone/>
            </a:pPr>
            <a:r>
              <a:rPr lang="en-US" b="1"/>
              <a:t>Role of WHERE Clause</a:t>
            </a:r>
          </a:p>
          <a:p>
            <a:pPr marL="0" lvl="1" indent="0">
              <a:buFont typeface="Arial" panose="020B0604020202020204" pitchFamily="34" charset="0"/>
              <a:buNone/>
            </a:pPr>
            <a:r>
              <a:t>WHERE clause filters rows before grouping or aggregation, enhancing query performance and relevancy.</a:t>
            </a:r>
            <a:endParaRPr lang="en-US"/>
          </a:p>
          <a:p>
            <a:pPr marL="0" indent="0">
              <a:spcBef>
                <a:spcPts val="2500"/>
              </a:spcBef>
              <a:buFont typeface="Arial" panose="020B0604020202020204" pitchFamily="34" charset="0"/>
              <a:buNone/>
            </a:pPr>
            <a:r>
              <a:rPr lang="en-US" b="1"/>
              <a:t>Boolean and Predicate Expressions</a:t>
            </a:r>
          </a:p>
          <a:p>
            <a:pPr marL="0" lvl="1" indent="0">
              <a:buFont typeface="Arial" panose="020B0604020202020204" pitchFamily="34" charset="0"/>
              <a:buNone/>
            </a:pPr>
            <a:r>
              <a:t>WHERE evaluates Boolean expressions using comparison, logical, pattern matching, and predicate operators.</a:t>
            </a:r>
            <a:endParaRPr lang="en-US"/>
          </a:p>
          <a:p>
            <a:pPr marL="0" indent="0">
              <a:spcBef>
                <a:spcPts val="2500"/>
              </a:spcBef>
              <a:buFont typeface="Arial" panose="020B0604020202020204" pitchFamily="34" charset="0"/>
              <a:buNone/>
            </a:pPr>
            <a:r>
              <a:rPr lang="en-US" b="1"/>
              <a:t>Subqueries and Complex Conditions</a:t>
            </a:r>
          </a:p>
          <a:p>
            <a:pPr marL="0" lvl="1" indent="0">
              <a:buFont typeface="Arial" panose="020B0604020202020204" pitchFamily="34" charset="0"/>
              <a:buNone/>
            </a:pPr>
            <a:r>
              <a:t>Subqueries and logical operators like AND, OR refine datasets with careful bracket placement for accuracy.</a:t>
            </a:r>
            <a:endParaRPr lang="en-US"/>
          </a:p>
          <a:p>
            <a:pPr marL="0" indent="0">
              <a:spcBef>
                <a:spcPts val="2500"/>
              </a:spcBef>
              <a:buFont typeface="Arial" panose="020B0604020202020204" pitchFamily="34" charset="0"/>
              <a:buNone/>
            </a:pPr>
            <a:r>
              <a:rPr lang="en-US" b="1"/>
              <a:t>Optimization Strategies</a:t>
            </a:r>
          </a:p>
          <a:p>
            <a:pPr marL="0" lvl="1" indent="0">
              <a:buFont typeface="Arial" panose="020B0604020202020204" pitchFamily="34" charset="0"/>
              <a:buNone/>
            </a:pPr>
            <a:r>
              <a:t>Minimizing functions on indexed columns improves query speed by enabling efficient index use.</a:t>
            </a:r>
            <a:endParaRPr lang="en-US"/>
          </a:p>
        </p:txBody>
      </p:sp>
      <p:pic>
        <p:nvPicPr>
          <p:cNvPr id="5" name="Content Placeholder 4" descr="3D Server with height chart">
            <a:extLst>
              <a:ext uri="{FF2B5EF4-FFF2-40B4-BE49-F238E27FC236}">
                <a16:creationId xmlns:a16="http://schemas.microsoft.com/office/drawing/2014/main" id="{90FB7492-193B-4D2E-9408-63EB39718958}"/>
              </a:ext>
            </a:extLst>
          </p:cNvPr>
          <p:cNvPicPr>
            <a:picLocks noGrp="1" noChangeAspect="1"/>
          </p:cNvPicPr>
          <p:nvPr>
            <p:ph type="pic" sz="quarter" idx="13"/>
          </p:nvPr>
        </p:nvPicPr>
        <p:blipFill>
          <a:blip r:embed="rId3"/>
          <a:srcRect l="33353" r="11942" b="2"/>
          <a:stretch>
            <a:fillRect/>
          </a:stretch>
        </p:blipFill>
        <p:spPr>
          <a:xfrm>
            <a:off x="8091732" y="10"/>
            <a:ext cx="4100267" cy="6857990"/>
          </a:xfrm>
        </p:spPr>
      </p:pic>
    </p:spTree>
    <p:extLst>
      <p:ext uri="{BB962C8B-B14F-4D97-AF65-F5344CB8AC3E}">
        <p14:creationId xmlns:p14="http://schemas.microsoft.com/office/powerpoint/2010/main" val="31033491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6F308-F950-25E4-4DFE-D5A5BE3E4268}"/>
              </a:ext>
            </a:extLst>
          </p:cNvPr>
          <p:cNvSpPr>
            <a:spLocks noGrp="1"/>
          </p:cNvSpPr>
          <p:nvPr>
            <p:ph type="title"/>
          </p:nvPr>
        </p:nvSpPr>
        <p:spPr>
          <a:xfrm>
            <a:off x="4718303" y="685800"/>
            <a:ext cx="6858000" cy="1111532"/>
          </a:xfrm>
        </p:spPr>
        <p:txBody>
          <a:bodyPr anchor="b">
            <a:normAutofit/>
          </a:bodyPr>
          <a:lstStyle/>
          <a:p>
            <a:r>
              <a:rPr lang="en-US" sz="3800"/>
              <a:t>GROUP BY and Aggregation</a:t>
            </a:r>
          </a:p>
        </p:txBody>
      </p:sp>
      <p:pic>
        <p:nvPicPr>
          <p:cNvPr id="5" name="Content Placeholder 4" descr="abstract programm binary code  and colored array cube Database">
            <a:extLst>
              <a:ext uri="{FF2B5EF4-FFF2-40B4-BE49-F238E27FC236}">
                <a16:creationId xmlns:a16="http://schemas.microsoft.com/office/drawing/2014/main" id="{39C8ADD3-2D64-41EE-851A-878C614007DF}"/>
              </a:ext>
            </a:extLst>
          </p:cNvPr>
          <p:cNvPicPr>
            <a:picLocks noGrp="1" noChangeAspect="1"/>
          </p:cNvPicPr>
          <p:nvPr>
            <p:ph type="pic" sz="quarter" idx="13"/>
          </p:nvPr>
        </p:nvPicPr>
        <p:blipFill>
          <a:blip r:embed="rId3"/>
          <a:srcRect l="55829" r="7701" b="2"/>
          <a:stretch>
            <a:fillRect/>
          </a:stretch>
        </p:blipFill>
        <p:spPr>
          <a:xfrm>
            <a:off x="20" y="10"/>
            <a:ext cx="4100247" cy="6857990"/>
          </a:xfrm>
        </p:spPr>
      </p:pic>
      <p:sp>
        <p:nvSpPr>
          <p:cNvPr id="4" name="Content Placeholder 3">
            <a:extLst>
              <a:ext uri="{FF2B5EF4-FFF2-40B4-BE49-F238E27FC236}">
                <a16:creationId xmlns:a16="http://schemas.microsoft.com/office/drawing/2014/main" id="{DF0296B1-183E-6925-3762-91D86678525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718303" y="1965960"/>
            <a:ext cx="6858000" cy="4200198"/>
          </a:xfrm>
        </p:spPr>
        <p:txBody>
          <a:bodyPr>
            <a:normAutofit/>
          </a:bodyPr>
          <a:lstStyle/>
          <a:p>
            <a:pPr marL="0" indent="0">
              <a:spcBef>
                <a:spcPts val="2500"/>
              </a:spcBef>
              <a:buFont typeface="Arial" panose="020B0604020202020204" pitchFamily="34" charset="0"/>
              <a:buNone/>
            </a:pPr>
            <a:r>
              <a:rPr lang="en-US" b="1"/>
              <a:t>Role of GROUP BY Clause</a:t>
            </a:r>
          </a:p>
          <a:p>
            <a:pPr marL="0" lvl="1" indent="0">
              <a:buFont typeface="Arial" panose="020B0604020202020204" pitchFamily="34" charset="0"/>
              <a:buNone/>
            </a:pPr>
            <a:r>
              <a:t>GROUP BY organizes filtered rows into groups based on specified columns for aggregate calculations.</a:t>
            </a:r>
            <a:endParaRPr lang="en-US"/>
          </a:p>
          <a:p>
            <a:pPr marL="0" indent="0">
              <a:spcBef>
                <a:spcPts val="2500"/>
              </a:spcBef>
              <a:buFont typeface="Arial" panose="020B0604020202020204" pitchFamily="34" charset="0"/>
              <a:buNone/>
            </a:pPr>
            <a:r>
              <a:rPr lang="en-US" b="1"/>
              <a:t>Aggregation Functions</a:t>
            </a:r>
          </a:p>
          <a:p>
            <a:pPr marL="0" lvl="1" indent="0">
              <a:buFont typeface="Arial" panose="020B0604020202020204" pitchFamily="34" charset="0"/>
              <a:buNone/>
            </a:pPr>
            <a:r>
              <a:t>After grouping, SQL applies SUM, AVG, COUNT, MIN, and MAX to compute summary values for each group.</a:t>
            </a:r>
            <a:endParaRPr lang="en-US"/>
          </a:p>
          <a:p>
            <a:pPr marL="0" indent="0">
              <a:spcBef>
                <a:spcPts val="2500"/>
              </a:spcBef>
              <a:buFont typeface="Arial" panose="020B0604020202020204" pitchFamily="34" charset="0"/>
              <a:buNone/>
            </a:pPr>
            <a:r>
              <a:rPr lang="en-US" b="1"/>
              <a:t>Common Pitfalls</a:t>
            </a:r>
          </a:p>
          <a:p>
            <a:pPr marL="0" lvl="1" indent="0">
              <a:buFont typeface="Arial" panose="020B0604020202020204" pitchFamily="34" charset="0"/>
              <a:buNone/>
            </a:pPr>
            <a:r>
              <a:t>Including non-aggregated columns not in GROUP BY causes errors; careful query design is essential.</a:t>
            </a:r>
            <a:endParaRPr lang="en-US"/>
          </a:p>
          <a:p>
            <a:pPr marL="0" indent="0">
              <a:spcBef>
                <a:spcPts val="2500"/>
              </a:spcBef>
              <a:buFont typeface="Arial" panose="020B0604020202020204" pitchFamily="34" charset="0"/>
              <a:buNone/>
            </a:pPr>
            <a:r>
              <a:rPr lang="en-US" b="1"/>
              <a:t>Performance and Optimization</a:t>
            </a:r>
          </a:p>
          <a:p>
            <a:pPr marL="0" lvl="1" indent="0">
              <a:buFont typeface="Arial" panose="020B0604020202020204" pitchFamily="34" charset="0"/>
              <a:buNone/>
            </a:pPr>
            <a:r>
              <a:t>Grouping too early or by granular columns increases workload; indexes may optimize grouping operations.</a:t>
            </a:r>
            <a:endParaRPr lang="en-US"/>
          </a:p>
        </p:txBody>
      </p:sp>
    </p:spTree>
    <p:extLst>
      <p:ext uri="{BB962C8B-B14F-4D97-AF65-F5344CB8AC3E}">
        <p14:creationId xmlns:p14="http://schemas.microsoft.com/office/powerpoint/2010/main" val="28635242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F7EB2-4C1D-4ECA-B81F-7CB5C324E977}"/>
              </a:ext>
            </a:extLst>
          </p:cNvPr>
          <p:cNvSpPr>
            <a:spLocks noGrp="1"/>
          </p:cNvSpPr>
          <p:nvPr>
            <p:ph type="title"/>
          </p:nvPr>
        </p:nvSpPr>
        <p:spPr>
          <a:xfrm>
            <a:off x="609599" y="685800"/>
            <a:ext cx="4564763" cy="1426798"/>
          </a:xfrm>
        </p:spPr>
        <p:txBody>
          <a:bodyPr anchor="b">
            <a:normAutofit/>
          </a:bodyPr>
          <a:lstStyle/>
          <a:p>
            <a:r>
              <a:rPr lang="en-US" sz="4200"/>
              <a:t>HAVING Clause Group Filtering</a:t>
            </a:r>
          </a:p>
        </p:txBody>
      </p:sp>
      <p:pic>
        <p:nvPicPr>
          <p:cNvPr id="5" name="Content Placeholder 4" descr="3D Server with speech bubble - Data base concept">
            <a:extLst>
              <a:ext uri="{FF2B5EF4-FFF2-40B4-BE49-F238E27FC236}">
                <a16:creationId xmlns:a16="http://schemas.microsoft.com/office/drawing/2014/main" id="{B7794788-1F00-47C5-A52E-BFA534038EDF}"/>
              </a:ext>
            </a:extLst>
          </p:cNvPr>
          <p:cNvPicPr>
            <a:picLocks noGrp="1" noChangeAspect="1"/>
          </p:cNvPicPr>
          <p:nvPr>
            <p:ph type="pic" sz="quarter" idx="15"/>
          </p:nvPr>
        </p:nvPicPr>
        <p:blipFill>
          <a:blip r:embed="rId3"/>
          <a:srcRect l="14958" r="-1" b="-1"/>
          <a:stretch>
            <a:fillRect/>
          </a:stretch>
        </p:blipFill>
        <p:spPr>
          <a:xfrm>
            <a:off x="609599" y="2514600"/>
            <a:ext cx="4564763" cy="3636598"/>
          </a:xfrm>
        </p:spPr>
      </p:pic>
      <p:sp>
        <p:nvSpPr>
          <p:cNvPr id="4" name="Content Placeholder 3">
            <a:extLst>
              <a:ext uri="{FF2B5EF4-FFF2-40B4-BE49-F238E27FC236}">
                <a16:creationId xmlns:a16="http://schemas.microsoft.com/office/drawing/2014/main" id="{8C5BDF08-CEA6-38C9-5721-E7614943389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90060" y="685800"/>
            <a:ext cx="5792341" cy="5465398"/>
          </a:xfrm>
        </p:spPr>
        <p:txBody>
          <a:bodyPr>
            <a:normAutofit/>
          </a:bodyPr>
          <a:lstStyle/>
          <a:p>
            <a:pPr marL="0" indent="0">
              <a:spcBef>
                <a:spcPts val="2500"/>
              </a:spcBef>
              <a:buFont typeface="Arial" panose="020B0604020202020204" pitchFamily="34" charset="0"/>
              <a:buNone/>
            </a:pPr>
            <a:r>
              <a:rPr lang="en-US" b="1"/>
              <a:t>Role of HAVING Clause</a:t>
            </a:r>
          </a:p>
          <a:p>
            <a:pPr marL="0" lvl="1" indent="0">
              <a:buFont typeface="Arial" panose="020B0604020202020204" pitchFamily="34" charset="0"/>
              <a:buNone/>
            </a:pPr>
            <a:r>
              <a:t>HAVING filters aggregated groups after GROUP BY, refining results based on summary values.</a:t>
            </a:r>
            <a:endParaRPr lang="en-US"/>
          </a:p>
          <a:p>
            <a:pPr marL="0" indent="0">
              <a:spcBef>
                <a:spcPts val="2500"/>
              </a:spcBef>
              <a:buFont typeface="Arial" panose="020B0604020202020204" pitchFamily="34" charset="0"/>
              <a:buNone/>
            </a:pPr>
            <a:r>
              <a:rPr lang="en-US" b="1"/>
              <a:t>Difference from WHERE Clause</a:t>
            </a:r>
          </a:p>
          <a:p>
            <a:pPr marL="0" lvl="1" indent="0">
              <a:buFont typeface="Arial" panose="020B0604020202020204" pitchFamily="34" charset="0"/>
              <a:buNone/>
            </a:pPr>
            <a:r>
              <a:t>WHERE filters individual rows before grouping; HAVING filters groups after aggregation.</a:t>
            </a:r>
            <a:endParaRPr lang="en-US"/>
          </a:p>
          <a:p>
            <a:pPr marL="0" indent="0">
              <a:spcBef>
                <a:spcPts val="2500"/>
              </a:spcBef>
              <a:buFont typeface="Arial" panose="020B0604020202020204" pitchFamily="34" charset="0"/>
              <a:buNone/>
            </a:pPr>
            <a:r>
              <a:rPr lang="en-US" b="1"/>
              <a:t>Aggregation in HAVING Clause</a:t>
            </a:r>
          </a:p>
          <a:p>
            <a:pPr marL="0" lvl="1" indent="0">
              <a:buFont typeface="Arial" panose="020B0604020202020204" pitchFamily="34" charset="0"/>
              <a:buNone/>
            </a:pPr>
            <a:r>
              <a:t>Aggregated expressions like SUM and AVG are evaluated in HAVING, allowing conditions on group summaries.</a:t>
            </a:r>
            <a:endParaRPr lang="en-US"/>
          </a:p>
          <a:p>
            <a:pPr marL="0" indent="0">
              <a:spcBef>
                <a:spcPts val="2500"/>
              </a:spcBef>
              <a:buFont typeface="Arial" panose="020B0604020202020204" pitchFamily="34" charset="0"/>
              <a:buNone/>
            </a:pPr>
            <a:r>
              <a:rPr lang="en-US" b="1"/>
              <a:t>Performance and Best Practices</a:t>
            </a:r>
          </a:p>
          <a:p>
            <a:pPr marL="0" lvl="1" indent="0">
              <a:buFont typeface="Arial" panose="020B0604020202020204" pitchFamily="34" charset="0"/>
              <a:buNone/>
            </a:pPr>
            <a:r>
              <a:t>Use WHERE to filter rows early to improve performance; balance WHERE and HAVING for clear queries.</a:t>
            </a:r>
            <a:endParaRPr lang="en-US"/>
          </a:p>
        </p:txBody>
      </p:sp>
    </p:spTree>
    <p:extLst>
      <p:ext uri="{BB962C8B-B14F-4D97-AF65-F5344CB8AC3E}">
        <p14:creationId xmlns:p14="http://schemas.microsoft.com/office/powerpoint/2010/main" val="28087064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7D79A-90BB-A7F1-0F90-02A1DF239CB1}"/>
              </a:ext>
            </a:extLst>
          </p:cNvPr>
          <p:cNvSpPr>
            <a:spLocks noGrp="1"/>
          </p:cNvSpPr>
          <p:nvPr>
            <p:ph type="title"/>
          </p:nvPr>
        </p:nvSpPr>
        <p:spPr>
          <a:xfrm>
            <a:off x="4718303" y="685800"/>
            <a:ext cx="6858000" cy="1111532"/>
          </a:xfrm>
        </p:spPr>
        <p:txBody>
          <a:bodyPr anchor="b">
            <a:normAutofit/>
          </a:bodyPr>
          <a:lstStyle/>
          <a:p>
            <a:r>
              <a:rPr lang="en-US" sz="3800"/>
              <a:t>SELECT Clause and Output Evaluation</a:t>
            </a:r>
          </a:p>
        </p:txBody>
      </p:sp>
      <p:pic>
        <p:nvPicPr>
          <p:cNvPr id="5" name="Content Placeholder 4" descr="Power of big data. Binary code information bit.">
            <a:extLst>
              <a:ext uri="{FF2B5EF4-FFF2-40B4-BE49-F238E27FC236}">
                <a16:creationId xmlns:a16="http://schemas.microsoft.com/office/drawing/2014/main" id="{27B01A0E-A3CC-481A-868D-B84CA0A30449}"/>
              </a:ext>
            </a:extLst>
          </p:cNvPr>
          <p:cNvPicPr>
            <a:picLocks noGrp="1" noChangeAspect="1"/>
          </p:cNvPicPr>
          <p:nvPr>
            <p:ph type="pic" sz="quarter" idx="13"/>
          </p:nvPr>
        </p:nvPicPr>
        <p:blipFill>
          <a:blip r:embed="rId3"/>
          <a:srcRect l="2149" r="18134"/>
          <a:stretch>
            <a:fillRect/>
          </a:stretch>
        </p:blipFill>
        <p:spPr>
          <a:xfrm>
            <a:off x="20" y="10"/>
            <a:ext cx="4100247" cy="6857990"/>
          </a:xfrm>
        </p:spPr>
      </p:pic>
      <p:sp>
        <p:nvSpPr>
          <p:cNvPr id="4" name="Content Placeholder 3">
            <a:extLst>
              <a:ext uri="{FF2B5EF4-FFF2-40B4-BE49-F238E27FC236}">
                <a16:creationId xmlns:a16="http://schemas.microsoft.com/office/drawing/2014/main" id="{08DB09FC-54C0-9909-0C15-2B7C7B3928E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718303" y="1965960"/>
            <a:ext cx="6858000" cy="4200198"/>
          </a:xfrm>
        </p:spPr>
        <p:txBody>
          <a:bodyPr>
            <a:normAutofit/>
          </a:bodyPr>
          <a:lstStyle/>
          <a:p>
            <a:pPr marL="0" indent="0">
              <a:spcBef>
                <a:spcPts val="2500"/>
              </a:spcBef>
              <a:buFont typeface="Arial" panose="020B0604020202020204" pitchFamily="34" charset="0"/>
              <a:buNone/>
            </a:pPr>
            <a:r>
              <a:rPr lang="en-US" b="1"/>
              <a:t>Execution Timing of SELECT</a:t>
            </a:r>
          </a:p>
          <a:p>
            <a:pPr marL="0" lvl="1" indent="0">
              <a:buFont typeface="Arial" panose="020B0604020202020204" pitchFamily="34" charset="0"/>
              <a:buNone/>
            </a:pPr>
            <a:r>
              <a:t>SELECT executes after dataset assembly, filtering, and grouping, shaping the final output structure.</a:t>
            </a:r>
            <a:endParaRPr lang="en-US"/>
          </a:p>
          <a:p>
            <a:pPr marL="0" indent="0">
              <a:spcBef>
                <a:spcPts val="2500"/>
              </a:spcBef>
              <a:buFont typeface="Arial" panose="020B0604020202020204" pitchFamily="34" charset="0"/>
              <a:buNone/>
            </a:pPr>
            <a:r>
              <a:rPr lang="en-US" b="1"/>
              <a:t>Expression Evaluation and Aliases</a:t>
            </a:r>
          </a:p>
          <a:p>
            <a:pPr marL="0" lvl="1" indent="0">
              <a:buFont typeface="Arial" panose="020B0604020202020204" pitchFamily="34" charset="0"/>
              <a:buNone/>
            </a:pPr>
            <a:r>
              <a:t>Expressions, column aliases, and functions are evaluated in the SELECT clause after filtering stages.</a:t>
            </a:r>
            <a:endParaRPr lang="en-US"/>
          </a:p>
          <a:p>
            <a:pPr marL="0" indent="0">
              <a:spcBef>
                <a:spcPts val="2500"/>
              </a:spcBef>
              <a:buFont typeface="Arial" panose="020B0604020202020204" pitchFamily="34" charset="0"/>
              <a:buNone/>
            </a:pPr>
            <a:r>
              <a:rPr lang="en-US" b="1"/>
              <a:t>Handling DISTINCT and Output Formation</a:t>
            </a:r>
          </a:p>
          <a:p>
            <a:pPr marL="0" lvl="1" indent="0">
              <a:buFont typeface="Arial" panose="020B0604020202020204" pitchFamily="34" charset="0"/>
              <a:buNone/>
            </a:pPr>
            <a:r>
              <a:t>DISTINCT removes duplicates after evaluation and SELECT governs data types and final formatting.</a:t>
            </a:r>
            <a:endParaRPr lang="en-US"/>
          </a:p>
          <a:p>
            <a:pPr marL="0" indent="0">
              <a:spcBef>
                <a:spcPts val="2500"/>
              </a:spcBef>
              <a:buFont typeface="Arial" panose="020B0604020202020204" pitchFamily="34" charset="0"/>
              <a:buNone/>
            </a:pPr>
            <a:r>
              <a:rPr lang="en-US" b="1"/>
              <a:t>Role in Business Logic and Reporting</a:t>
            </a:r>
          </a:p>
          <a:p>
            <a:pPr marL="0" lvl="1" indent="0">
              <a:buFont typeface="Arial" panose="020B0604020202020204" pitchFamily="34" charset="0"/>
              <a:buNone/>
            </a:pPr>
            <a:r>
              <a:t>SELECT clause enables data transformation, reporting, and preparation for downstream applications.</a:t>
            </a:r>
            <a:endParaRPr lang="en-US"/>
          </a:p>
        </p:txBody>
      </p:sp>
    </p:spTree>
    <p:extLst>
      <p:ext uri="{BB962C8B-B14F-4D97-AF65-F5344CB8AC3E}">
        <p14:creationId xmlns:p14="http://schemas.microsoft.com/office/powerpoint/2010/main" val="19975503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F10F2-E3FF-7878-C464-453BA7BC1435}"/>
              </a:ext>
            </a:extLst>
          </p:cNvPr>
          <p:cNvSpPr>
            <a:spLocks noGrp="1"/>
          </p:cNvSpPr>
          <p:nvPr>
            <p:ph type="title"/>
          </p:nvPr>
        </p:nvSpPr>
        <p:spPr>
          <a:xfrm>
            <a:off x="609599" y="685800"/>
            <a:ext cx="4564763" cy="1426798"/>
          </a:xfrm>
        </p:spPr>
        <p:txBody>
          <a:bodyPr anchor="b">
            <a:normAutofit/>
          </a:bodyPr>
          <a:lstStyle/>
          <a:p>
            <a:r>
              <a:rPr lang="en-US" sz="4200"/>
              <a:t>ORDER BY Final Result Sorting</a:t>
            </a:r>
          </a:p>
        </p:txBody>
      </p:sp>
      <p:pic>
        <p:nvPicPr>
          <p:cNvPr id="5" name="Content Placeholder 4" descr="Database and hard disk storage isolated on white background">
            <a:extLst>
              <a:ext uri="{FF2B5EF4-FFF2-40B4-BE49-F238E27FC236}">
                <a16:creationId xmlns:a16="http://schemas.microsoft.com/office/drawing/2014/main" id="{7F082A90-6660-45BF-A4D8-0D1D2E76919D}"/>
              </a:ext>
            </a:extLst>
          </p:cNvPr>
          <p:cNvPicPr>
            <a:picLocks noGrp="1" noChangeAspect="1"/>
          </p:cNvPicPr>
          <p:nvPr>
            <p:ph type="pic" sz="quarter" idx="15"/>
          </p:nvPr>
        </p:nvPicPr>
        <p:blipFill>
          <a:blip r:embed="rId3"/>
          <a:stretch/>
        </p:blipFill>
        <p:spPr>
          <a:xfrm>
            <a:off x="609599" y="2621113"/>
            <a:ext cx="4564763" cy="3423572"/>
          </a:xfrm>
        </p:spPr>
      </p:pic>
      <p:sp>
        <p:nvSpPr>
          <p:cNvPr id="4" name="Content Placeholder 3">
            <a:extLst>
              <a:ext uri="{FF2B5EF4-FFF2-40B4-BE49-F238E27FC236}">
                <a16:creationId xmlns:a16="http://schemas.microsoft.com/office/drawing/2014/main" id="{05409BC4-AA97-073D-77F2-48F596500BB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90060" y="685800"/>
            <a:ext cx="5792341" cy="5465398"/>
          </a:xfrm>
        </p:spPr>
        <p:txBody>
          <a:bodyPr>
            <a:normAutofit/>
          </a:bodyPr>
          <a:lstStyle/>
          <a:p>
            <a:pPr marL="0" indent="0">
              <a:spcBef>
                <a:spcPts val="2500"/>
              </a:spcBef>
              <a:buFont typeface="Arial" panose="020B0604020202020204" pitchFamily="34" charset="0"/>
              <a:buNone/>
            </a:pPr>
            <a:r>
              <a:rPr lang="en-US" b="1"/>
              <a:t>Final Step in SQL Processing</a:t>
            </a:r>
          </a:p>
          <a:p>
            <a:pPr marL="0" lvl="1" indent="0">
              <a:buFont typeface="Arial" panose="020B0604020202020204" pitchFamily="34" charset="0"/>
              <a:buNone/>
            </a:pPr>
            <a:r>
              <a:t>ORDER BY sorts the fully constructed result set after all filtering and aggregation are done.</a:t>
            </a:r>
            <a:endParaRPr lang="en-US"/>
          </a:p>
          <a:p>
            <a:pPr marL="0" indent="0">
              <a:spcBef>
                <a:spcPts val="2500"/>
              </a:spcBef>
              <a:buFont typeface="Arial" panose="020B0604020202020204" pitchFamily="34" charset="0"/>
              <a:buNone/>
            </a:pPr>
            <a:r>
              <a:rPr lang="en-US" b="1"/>
              <a:t>Sorting Criteria Options</a:t>
            </a:r>
          </a:p>
          <a:p>
            <a:pPr marL="0" lvl="1" indent="0">
              <a:buFont typeface="Arial" panose="020B0604020202020204" pitchFamily="34" charset="0"/>
              <a:buNone/>
            </a:pPr>
            <a:r>
              <a:t>Sorting is performed using column names, aliases, or ordinal positions in ascending or descending order.</a:t>
            </a:r>
            <a:endParaRPr lang="en-US"/>
          </a:p>
          <a:p>
            <a:pPr marL="0" indent="0">
              <a:spcBef>
                <a:spcPts val="2500"/>
              </a:spcBef>
              <a:buFont typeface="Arial" panose="020B0604020202020204" pitchFamily="34" charset="0"/>
              <a:buNone/>
            </a:pPr>
            <a:r>
              <a:rPr lang="en-US" b="1"/>
              <a:t>Optimization and Performance</a:t>
            </a:r>
          </a:p>
          <a:p>
            <a:pPr marL="0" lvl="1" indent="0">
              <a:buFont typeface="Arial" panose="020B0604020202020204" pitchFamily="34" charset="0"/>
              <a:buNone/>
            </a:pPr>
            <a:r>
              <a:t>Indexes help optimize sorting performance, reducing computational overhead for large datasets.</a:t>
            </a:r>
            <a:endParaRPr lang="en-US"/>
          </a:p>
          <a:p>
            <a:pPr marL="0" indent="0">
              <a:spcBef>
                <a:spcPts val="2500"/>
              </a:spcBef>
              <a:buFont typeface="Arial" panose="020B0604020202020204" pitchFamily="34" charset="0"/>
              <a:buNone/>
            </a:pPr>
            <a:r>
              <a:rPr lang="en-US" b="1"/>
              <a:t>Role in Window Functions</a:t>
            </a:r>
          </a:p>
          <a:p>
            <a:pPr marL="0" lvl="1" indent="0">
              <a:buFont typeface="Arial" panose="020B0604020202020204" pitchFamily="34" charset="0"/>
              <a:buNone/>
            </a:pPr>
            <a:r>
              <a:t>ORDER BY defines sorted partitions essential for computing window functions like running totals and rankings.</a:t>
            </a:r>
            <a:endParaRPr lang="en-US"/>
          </a:p>
        </p:txBody>
      </p:sp>
    </p:spTree>
    <p:extLst>
      <p:ext uri="{BB962C8B-B14F-4D97-AF65-F5344CB8AC3E}">
        <p14:creationId xmlns:p14="http://schemas.microsoft.com/office/powerpoint/2010/main" val="29914487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Blockwork elegance">
  <a:themeElements>
    <a:clrScheme name="Blockwork Elegance- Copilot 1">
      <a:dk1>
        <a:srgbClr val="000000"/>
      </a:dk1>
      <a:lt1>
        <a:srgbClr val="FFFFFF"/>
      </a:lt1>
      <a:dk2>
        <a:srgbClr val="000102"/>
      </a:dk2>
      <a:lt2>
        <a:srgbClr val="F6F2E6"/>
      </a:lt2>
      <a:accent1>
        <a:srgbClr val="28436C"/>
      </a:accent1>
      <a:accent2>
        <a:srgbClr val="F3BC24"/>
      </a:accent2>
      <a:accent3>
        <a:srgbClr val="8E7B63"/>
      </a:accent3>
      <a:accent4>
        <a:srgbClr val="CC563B"/>
      </a:accent4>
      <a:accent5>
        <a:srgbClr val="A3452F"/>
      </a:accent5>
      <a:accent6>
        <a:srgbClr val="BB9D83"/>
      </a:accent6>
      <a:hlink>
        <a:srgbClr val="4E60DA"/>
      </a:hlink>
      <a:folHlink>
        <a:srgbClr val="4E6094"/>
      </a:folHlink>
    </a:clrScheme>
    <a:fontScheme name="Blockwork Elegance">
      <a:majorFont>
        <a:latin typeface="Bahnschrift SemiLight"/>
        <a:ea typeface=""/>
        <a:cs typeface=""/>
      </a:majorFont>
      <a:minorFont>
        <a:latin typeface="Bahnschrift Semi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work Elegance_Copilot Layouts_win32_KO_V11" id="{190D3195-6803-4DBD-A5E5-D3BB0A934856}" vid="{D3DF0ADA-3EA0-49DE-8FCB-DFEAAB5B3A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EA42C18-4C38-43BB-8CE3-C963EDA9CBB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0DE0AE46-2EED-447A-8B24-DFD65B70D448}">
  <ds:schemaRefs>
    <ds:schemaRef ds:uri="http://schemas.microsoft.com/sharepoint/v3/contenttype/forms"/>
  </ds:schemaRefs>
</ds:datastoreItem>
</file>

<file path=customXml/itemProps3.xml><?xml version="1.0" encoding="utf-8"?>
<ds:datastoreItem xmlns:ds="http://schemas.openxmlformats.org/officeDocument/2006/customXml" ds:itemID="{7DF10072-02C4-49CD-A62E-A2D45571E05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List>
</file>

<file path=docProps/app.xml><?xml version="1.0" encoding="utf-8"?>
<Properties xmlns="http://schemas.openxmlformats.org/officeDocument/2006/extended-properties" xmlns:vt="http://schemas.openxmlformats.org/officeDocument/2006/docPropsVTypes">
  <Template/>
  <TotalTime>56</TotalTime>
  <Words>5</Words>
  <Application>Microsoft Office PowerPoint</Application>
  <PresentationFormat>Widescreen</PresentationFormat>
  <Paragraphs>3</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Blockwork elegance</vt:lpstr>
      <vt:lpstr>How SQL Statements Are Logically Processed</vt:lpstr>
      <vt:lpstr>SQL Logical Processing Concepts</vt:lpstr>
      <vt:lpstr>The Logical Order of SQL Evaluation</vt:lpstr>
      <vt:lpstr>SQL Clause-by-Clause Processing</vt:lpstr>
      <vt:lpstr>FROM Clause and JOIN Evaluation</vt:lpstr>
      <vt:lpstr>WHERE Clause Row Filtering</vt:lpstr>
      <vt:lpstr>GROUP BY and Aggregation</vt:lpstr>
      <vt:lpstr>HAVING Clause Group Filtering</vt:lpstr>
      <vt:lpstr>SELECT Clause and Output Evaluation</vt:lpstr>
      <vt:lpstr>ORDER BY Final Result Sorting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revision>2</cp:revision>
  <dcterms:created xsi:type="dcterms:W3CDTF">2025-08-04T03:17:32Z</dcterms:created>
  <dcterms:modified xsi:type="dcterms:W3CDTF">2026-02-22T20:29:47Z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