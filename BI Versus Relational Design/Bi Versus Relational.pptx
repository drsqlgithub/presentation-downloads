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684" r:id="rId2"/>
  </p:sldMasterIdLst>
  <p:notesMasterIdLst>
    <p:notesMasterId r:id="rId27"/>
  </p:notesMasterIdLst>
  <p:sldIdLst>
    <p:sldId id="256" r:id="rId3"/>
    <p:sldId id="264" r:id="rId4"/>
    <p:sldId id="262" r:id="rId5"/>
    <p:sldId id="540" r:id="rId6"/>
    <p:sldId id="257" r:id="rId7"/>
    <p:sldId id="621" r:id="rId8"/>
    <p:sldId id="611" r:id="rId9"/>
    <p:sldId id="619" r:id="rId10"/>
    <p:sldId id="545" r:id="rId11"/>
    <p:sldId id="263" r:id="rId12"/>
    <p:sldId id="613" r:id="rId13"/>
    <p:sldId id="267" r:id="rId14"/>
    <p:sldId id="266" r:id="rId15"/>
    <p:sldId id="615" r:id="rId16"/>
    <p:sldId id="265" r:id="rId17"/>
    <p:sldId id="618" r:id="rId18"/>
    <p:sldId id="620" r:id="rId19"/>
    <p:sldId id="614" r:id="rId20"/>
    <p:sldId id="268" r:id="rId21"/>
    <p:sldId id="612" r:id="rId22"/>
    <p:sldId id="616" r:id="rId23"/>
    <p:sldId id="617" r:id="rId24"/>
    <p:sldId id="513" r:id="rId25"/>
    <p:sldId id="515" r:id="rId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FC3B16-CC48-4268-9D01-3CCF7B49774E}" v="95" dt="2025-10-02T17:20:14.8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uis Davidson" userId="80677fb08b3162e4" providerId="Windows Live" clId="Web-{BFFC3B16-CC48-4268-9D01-3CCF7B49774E}"/>
    <pc:docChg chg="modSld sldOrd">
      <pc:chgData name="Louis Davidson" userId="80677fb08b3162e4" providerId="Windows Live" clId="Web-{BFFC3B16-CC48-4268-9D01-3CCF7B49774E}" dt="2025-10-02T17:20:14.827" v="88" actId="20577"/>
      <pc:docMkLst>
        <pc:docMk/>
      </pc:docMkLst>
      <pc:sldChg chg="ord">
        <pc:chgData name="Louis Davidson" userId="80677fb08b3162e4" providerId="Windows Live" clId="Web-{BFFC3B16-CC48-4268-9D01-3CCF7B49774E}" dt="2025-10-02T16:08:05.719" v="0"/>
        <pc:sldMkLst>
          <pc:docMk/>
          <pc:sldMk cId="1009196265" sldId="264"/>
        </pc:sldMkLst>
      </pc:sldChg>
      <pc:sldChg chg="addSp modSp addAnim">
        <pc:chgData name="Louis Davidson" userId="80677fb08b3162e4" providerId="Windows Live" clId="Web-{BFFC3B16-CC48-4268-9D01-3CCF7B49774E}" dt="2025-10-02T17:13:15.163" v="68"/>
        <pc:sldMkLst>
          <pc:docMk/>
          <pc:sldMk cId="2802001549" sldId="265"/>
        </pc:sldMkLst>
        <pc:spChg chg="mod">
          <ac:chgData name="Louis Davidson" userId="80677fb08b3162e4" providerId="Windows Live" clId="Web-{BFFC3B16-CC48-4268-9D01-3CCF7B49774E}" dt="2025-10-02T17:12:50.881" v="60" actId="1076"/>
          <ac:spMkLst>
            <pc:docMk/>
            <pc:sldMk cId="2802001549" sldId="265"/>
            <ac:spMk id="2" creationId="{EC399529-8ABE-48FC-35CD-DECAAE80AB3F}"/>
          </ac:spMkLst>
        </pc:spChg>
        <pc:spChg chg="mod">
          <ac:chgData name="Louis Davidson" userId="80677fb08b3162e4" providerId="Windows Live" clId="Web-{BFFC3B16-CC48-4268-9D01-3CCF7B49774E}" dt="2025-10-02T17:12:47.709" v="59" actId="1076"/>
          <ac:spMkLst>
            <pc:docMk/>
            <pc:sldMk cId="2802001549" sldId="265"/>
            <ac:spMk id="3" creationId="{13538EF2-224C-EF5A-5D01-E5FDFDF8E40F}"/>
          </ac:spMkLst>
        </pc:spChg>
        <pc:spChg chg="add mod">
          <ac:chgData name="Louis Davidson" userId="80677fb08b3162e4" providerId="Windows Live" clId="Web-{BFFC3B16-CC48-4268-9D01-3CCF7B49774E}" dt="2025-10-02T17:13:13.069" v="67" actId="1076"/>
          <ac:spMkLst>
            <pc:docMk/>
            <pc:sldMk cId="2802001549" sldId="265"/>
            <ac:spMk id="5" creationId="{FA2804B8-6B11-DC90-FA32-C1742140214F}"/>
          </ac:spMkLst>
        </pc:spChg>
      </pc:sldChg>
      <pc:sldChg chg="modSp">
        <pc:chgData name="Louis Davidson" userId="80677fb08b3162e4" providerId="Windows Live" clId="Web-{BFFC3B16-CC48-4268-9D01-3CCF7B49774E}" dt="2025-10-02T16:19:11.918" v="5" actId="1076"/>
        <pc:sldMkLst>
          <pc:docMk/>
          <pc:sldMk cId="87735207" sldId="267"/>
        </pc:sldMkLst>
        <pc:picChg chg="mod">
          <ac:chgData name="Louis Davidson" userId="80677fb08b3162e4" providerId="Windows Live" clId="Web-{BFFC3B16-CC48-4268-9D01-3CCF7B49774E}" dt="2025-10-02T16:19:11.918" v="5" actId="1076"/>
          <ac:picMkLst>
            <pc:docMk/>
            <pc:sldMk cId="87735207" sldId="267"/>
            <ac:picMk id="7" creationId="{C5284162-21DB-D473-C7FD-838628FE67E0}"/>
          </ac:picMkLst>
        </pc:picChg>
      </pc:sldChg>
      <pc:sldChg chg="modSp">
        <pc:chgData name="Louis Davidson" userId="80677fb08b3162e4" providerId="Windows Live" clId="Web-{BFFC3B16-CC48-4268-9D01-3CCF7B49774E}" dt="2025-10-02T17:20:14.827" v="88" actId="20577"/>
        <pc:sldMkLst>
          <pc:docMk/>
          <pc:sldMk cId="1146398831" sldId="268"/>
        </pc:sldMkLst>
        <pc:spChg chg="mod">
          <ac:chgData name="Louis Davidson" userId="80677fb08b3162e4" providerId="Windows Live" clId="Web-{BFFC3B16-CC48-4268-9D01-3CCF7B49774E}" dt="2025-10-02T17:20:14.827" v="88" actId="20577"/>
          <ac:spMkLst>
            <pc:docMk/>
            <pc:sldMk cId="1146398831" sldId="268"/>
            <ac:spMk id="3" creationId="{428B6DAC-F052-F8CB-144C-C0C6A56FDC61}"/>
          </ac:spMkLst>
        </pc:spChg>
      </pc:sldChg>
      <pc:sldChg chg="modSp">
        <pc:chgData name="Louis Davidson" userId="80677fb08b3162e4" providerId="Windows Live" clId="Web-{BFFC3B16-CC48-4268-9D01-3CCF7B49774E}" dt="2025-10-02T17:17:11.228" v="81" actId="20577"/>
        <pc:sldMkLst>
          <pc:docMk/>
          <pc:sldMk cId="3770607672" sldId="614"/>
        </pc:sldMkLst>
        <pc:spChg chg="mod">
          <ac:chgData name="Louis Davidson" userId="80677fb08b3162e4" providerId="Windows Live" clId="Web-{BFFC3B16-CC48-4268-9D01-3CCF7B49774E}" dt="2025-10-02T17:17:11.228" v="81" actId="20577"/>
          <ac:spMkLst>
            <pc:docMk/>
            <pc:sldMk cId="3770607672" sldId="614"/>
            <ac:spMk id="3" creationId="{D817AB63-91E5-D627-4A14-7DFE66600984}"/>
          </ac:spMkLst>
        </pc:spChg>
      </pc:sldChg>
      <pc:sldChg chg="modSp modAnim">
        <pc:chgData name="Louis Davidson" userId="80677fb08b3162e4" providerId="Windows Live" clId="Web-{BFFC3B16-CC48-4268-9D01-3CCF7B49774E}" dt="2025-10-02T17:10:24.331" v="34" actId="20577"/>
        <pc:sldMkLst>
          <pc:docMk/>
          <pc:sldMk cId="3883035879" sldId="615"/>
        </pc:sldMkLst>
        <pc:spChg chg="mod">
          <ac:chgData name="Louis Davidson" userId="80677fb08b3162e4" providerId="Windows Live" clId="Web-{BFFC3B16-CC48-4268-9D01-3CCF7B49774E}" dt="2025-10-02T17:10:24.331" v="34" actId="20577"/>
          <ac:spMkLst>
            <pc:docMk/>
            <pc:sldMk cId="3883035879" sldId="615"/>
            <ac:spMk id="3" creationId="{75D1C6F7-4818-6125-06D0-4A3584EA4483}"/>
          </ac:spMkLst>
        </pc:spChg>
      </pc:sldChg>
      <pc:sldChg chg="modSp">
        <pc:chgData name="Louis Davidson" userId="80677fb08b3162e4" providerId="Windows Live" clId="Web-{BFFC3B16-CC48-4268-9D01-3CCF7B49774E}" dt="2025-10-02T16:09:15.313" v="4" actId="20577"/>
        <pc:sldMkLst>
          <pc:docMk/>
          <pc:sldMk cId="3789927490" sldId="619"/>
        </pc:sldMkLst>
        <pc:spChg chg="mod">
          <ac:chgData name="Louis Davidson" userId="80677fb08b3162e4" providerId="Windows Live" clId="Web-{BFFC3B16-CC48-4268-9D01-3CCF7B49774E}" dt="2025-10-02T16:09:15.313" v="4" actId="20577"/>
          <ac:spMkLst>
            <pc:docMk/>
            <pc:sldMk cId="3789927490" sldId="619"/>
            <ac:spMk id="3" creationId="{7023FE88-97DB-AC47-6068-8EF63FA5BEE9}"/>
          </ac:spMkLst>
        </pc:spChg>
      </pc:sldChg>
    </pc:docChg>
  </pc:docChgLst>
  <pc:docChgLst>
    <pc:chgData name="Louis Davidson" userId="80677fb08b3162e4" providerId="Windows Live" clId="Web-{831E2ECC-F4B8-ED2D-913F-2CEC4CD3C80B}"/>
    <pc:docChg chg="modSld">
      <pc:chgData name="Louis Davidson" userId="80677fb08b3162e4" providerId="Windows Live" clId="Web-{831E2ECC-F4B8-ED2D-913F-2CEC4CD3C80B}" dt="2025-09-30T02:22:44.664" v="24"/>
      <pc:docMkLst>
        <pc:docMk/>
      </pc:docMkLst>
      <pc:sldChg chg="modSp">
        <pc:chgData name="Louis Davidson" userId="80677fb08b3162e4" providerId="Windows Live" clId="Web-{831E2ECC-F4B8-ED2D-913F-2CEC4CD3C80B}" dt="2025-09-30T02:21:21.536" v="16"/>
        <pc:sldMkLst>
          <pc:docMk/>
          <pc:sldMk cId="2802001549" sldId="265"/>
        </pc:sldMkLst>
        <pc:picChg chg="mod">
          <ac:chgData name="Louis Davidson" userId="80677fb08b3162e4" providerId="Windows Live" clId="Web-{831E2ECC-F4B8-ED2D-913F-2CEC4CD3C80B}" dt="2025-09-30T02:21:21.536" v="16"/>
          <ac:picMkLst>
            <pc:docMk/>
            <pc:sldMk cId="2802001549" sldId="265"/>
            <ac:picMk id="4" creationId="{C634D87F-5DF3-75E9-37D7-EDB48CE3761C}"/>
          </ac:picMkLst>
        </pc:picChg>
      </pc:sldChg>
      <pc:sldChg chg="modSp">
        <pc:chgData name="Louis Davidson" userId="80677fb08b3162e4" providerId="Windows Live" clId="Web-{831E2ECC-F4B8-ED2D-913F-2CEC4CD3C80B}" dt="2025-09-30T02:20:22.736" v="12" actId="14100"/>
        <pc:sldMkLst>
          <pc:docMk/>
          <pc:sldMk cId="3883035879" sldId="615"/>
        </pc:sldMkLst>
        <pc:spChg chg="mod">
          <ac:chgData name="Louis Davidson" userId="80677fb08b3162e4" providerId="Windows Live" clId="Web-{831E2ECC-F4B8-ED2D-913F-2CEC4CD3C80B}" dt="2025-09-30T02:20:22.736" v="12" actId="14100"/>
          <ac:spMkLst>
            <pc:docMk/>
            <pc:sldMk cId="3883035879" sldId="615"/>
            <ac:spMk id="3" creationId="{75D1C6F7-4818-6125-06D0-4A3584EA4483}"/>
          </ac:spMkLst>
        </pc:spChg>
      </pc:sldChg>
      <pc:sldChg chg="modSp">
        <pc:chgData name="Louis Davidson" userId="80677fb08b3162e4" providerId="Windows Live" clId="Web-{831E2ECC-F4B8-ED2D-913F-2CEC4CD3C80B}" dt="2025-09-30T02:22:22.366" v="21"/>
        <pc:sldMkLst>
          <pc:docMk/>
          <pc:sldMk cId="4286025347" sldId="618"/>
        </pc:sldMkLst>
        <pc:picChg chg="mod">
          <ac:chgData name="Louis Davidson" userId="80677fb08b3162e4" providerId="Windows Live" clId="Web-{831E2ECC-F4B8-ED2D-913F-2CEC4CD3C80B}" dt="2025-09-30T02:22:22.366" v="21"/>
          <ac:picMkLst>
            <pc:docMk/>
            <pc:sldMk cId="4286025347" sldId="618"/>
            <ac:picMk id="5" creationId="{6D168C66-2F9A-389F-430E-5959A70E6E15}"/>
          </ac:picMkLst>
        </pc:picChg>
      </pc:sldChg>
      <pc:sldChg chg="modSp">
        <pc:chgData name="Louis Davidson" userId="80677fb08b3162e4" providerId="Windows Live" clId="Web-{831E2ECC-F4B8-ED2D-913F-2CEC4CD3C80B}" dt="2025-09-30T02:22:44.664" v="24"/>
        <pc:sldMkLst>
          <pc:docMk/>
          <pc:sldMk cId="3569927038" sldId="620"/>
        </pc:sldMkLst>
        <pc:picChg chg="mod">
          <ac:chgData name="Louis Davidson" userId="80677fb08b3162e4" providerId="Windows Live" clId="Web-{831E2ECC-F4B8-ED2D-913F-2CEC4CD3C80B}" dt="2025-09-30T02:22:44.664" v="24"/>
          <ac:picMkLst>
            <pc:docMk/>
            <pc:sldMk cId="3569927038" sldId="620"/>
            <ac:picMk id="4" creationId="{AE245C3F-C34A-1619-104B-D65D76B76475}"/>
          </ac:picMkLst>
        </pc:picChg>
      </pc:sldChg>
    </pc:docChg>
  </pc:docChgLst>
  <pc:docChgLst>
    <pc:chgData name="Louis Davidson" userId="80677fb08b3162e4" providerId="LiveId" clId="{ABB5C0AC-6AAC-4A92-A299-B1C59FB6B57B}"/>
    <pc:docChg chg="undo redo custSel modSld">
      <pc:chgData name="Louis Davidson" userId="80677fb08b3162e4" providerId="LiveId" clId="{ABB5C0AC-6AAC-4A92-A299-B1C59FB6B57B}" dt="2025-09-30T02:28:05.485" v="875" actId="14100"/>
      <pc:docMkLst>
        <pc:docMk/>
      </pc:docMkLst>
      <pc:sldChg chg="addSp delSp modSp delAnim">
        <pc:chgData name="Louis Davidson" userId="80677fb08b3162e4" providerId="LiveId" clId="{ABB5C0AC-6AAC-4A92-A299-B1C59FB6B57B}" dt="2025-09-30T02:26:43.478" v="821" actId="1076"/>
        <pc:sldMkLst>
          <pc:docMk/>
          <pc:sldMk cId="3013900184" sldId="256"/>
        </pc:sldMkLst>
        <pc:picChg chg="add mod">
          <ac:chgData name="Louis Davidson" userId="80677fb08b3162e4" providerId="LiveId" clId="{ABB5C0AC-6AAC-4A92-A299-B1C59FB6B57B}" dt="2025-09-30T02:26:43.478" v="821" actId="1076"/>
          <ac:picMkLst>
            <pc:docMk/>
            <pc:sldMk cId="3013900184" sldId="256"/>
            <ac:picMk id="7" creationId="{5A241945-1040-ED5F-309F-EAC3C0D76DF8}"/>
          </ac:picMkLst>
        </pc:picChg>
      </pc:sldChg>
      <pc:sldChg chg="addSp delSp modSp">
        <pc:chgData name="Louis Davidson" userId="80677fb08b3162e4" providerId="LiveId" clId="{ABB5C0AC-6AAC-4A92-A299-B1C59FB6B57B}" dt="2025-09-30T02:11:55.549" v="754" actId="114"/>
        <pc:sldMkLst>
          <pc:docMk/>
          <pc:sldMk cId="2466170329" sldId="263"/>
        </pc:sldMkLst>
        <pc:spChg chg="mod">
          <ac:chgData name="Louis Davidson" userId="80677fb08b3162e4" providerId="LiveId" clId="{ABB5C0AC-6AAC-4A92-A299-B1C59FB6B57B}" dt="2025-09-30T02:11:55.549" v="754" actId="114"/>
          <ac:spMkLst>
            <pc:docMk/>
            <pc:sldMk cId="2466170329" sldId="263"/>
            <ac:spMk id="3" creationId="{DE2DAA44-A15E-9869-C24E-EB7893C5651A}"/>
          </ac:spMkLst>
        </pc:spChg>
      </pc:sldChg>
      <pc:sldChg chg="modSp">
        <pc:chgData name="Louis Davidson" userId="80677fb08b3162e4" providerId="LiveId" clId="{ABB5C0AC-6AAC-4A92-A299-B1C59FB6B57B}" dt="2025-09-30T02:28:05.485" v="875" actId="14100"/>
        <pc:sldMkLst>
          <pc:docMk/>
          <pc:sldMk cId="1009196265" sldId="264"/>
        </pc:sldMkLst>
        <pc:spChg chg="mod">
          <ac:chgData name="Louis Davidson" userId="80677fb08b3162e4" providerId="LiveId" clId="{ABB5C0AC-6AAC-4A92-A299-B1C59FB6B57B}" dt="2025-09-30T02:27:59.014" v="874" actId="14100"/>
          <ac:spMkLst>
            <pc:docMk/>
            <pc:sldMk cId="1009196265" sldId="264"/>
            <ac:spMk id="2" creationId="{8999C6E7-2BAC-6953-9220-E8D9466A714D}"/>
          </ac:spMkLst>
        </pc:spChg>
        <pc:spChg chg="mod">
          <ac:chgData name="Louis Davidson" userId="80677fb08b3162e4" providerId="LiveId" clId="{ABB5C0AC-6AAC-4A92-A299-B1C59FB6B57B}" dt="2025-09-30T02:28:05.485" v="875" actId="14100"/>
          <ac:spMkLst>
            <pc:docMk/>
            <pc:sldMk cId="1009196265" sldId="264"/>
            <ac:spMk id="3" creationId="{B9DEF34A-DA35-945D-F57F-285A0C8B56F0}"/>
          </ac:spMkLst>
        </pc:spChg>
      </pc:sldChg>
      <pc:sldChg chg="addSp delSp modSp">
        <pc:chgData name="Louis Davidson" userId="80677fb08b3162e4" providerId="LiveId" clId="{ABB5C0AC-6AAC-4A92-A299-B1C59FB6B57B}" dt="2025-09-29T02:49:43.058" v="484" actId="255"/>
        <pc:sldMkLst>
          <pc:docMk/>
          <pc:sldMk cId="2802001549" sldId="265"/>
        </pc:sldMkLst>
        <pc:spChg chg="mod">
          <ac:chgData name="Louis Davidson" userId="80677fb08b3162e4" providerId="LiveId" clId="{ABB5C0AC-6AAC-4A92-A299-B1C59FB6B57B}" dt="2025-09-29T02:49:23.235" v="475" actId="255"/>
          <ac:spMkLst>
            <pc:docMk/>
            <pc:sldMk cId="2802001549" sldId="265"/>
            <ac:spMk id="2" creationId="{EC399529-8ABE-48FC-35CD-DECAAE80AB3F}"/>
          </ac:spMkLst>
        </pc:spChg>
        <pc:spChg chg="mod">
          <ac:chgData name="Louis Davidson" userId="80677fb08b3162e4" providerId="LiveId" clId="{ABB5C0AC-6AAC-4A92-A299-B1C59FB6B57B}" dt="2025-09-29T02:49:43.058" v="484" actId="255"/>
          <ac:spMkLst>
            <pc:docMk/>
            <pc:sldMk cId="2802001549" sldId="265"/>
            <ac:spMk id="3" creationId="{13538EF2-224C-EF5A-5D01-E5FDFDF8E40F}"/>
          </ac:spMkLst>
        </pc:spChg>
      </pc:sldChg>
      <pc:sldChg chg="addSp delSp modSp addAnim delAnim">
        <pc:chgData name="Louis Davidson" userId="80677fb08b3162e4" providerId="LiveId" clId="{ABB5C0AC-6AAC-4A92-A299-B1C59FB6B57B}" dt="2025-09-30T02:14:32.272" v="820" actId="1076"/>
        <pc:sldMkLst>
          <pc:docMk/>
          <pc:sldMk cId="87735207" sldId="267"/>
        </pc:sldMkLst>
        <pc:spChg chg="mod">
          <ac:chgData name="Louis Davidson" userId="80677fb08b3162e4" providerId="LiveId" clId="{ABB5C0AC-6AAC-4A92-A299-B1C59FB6B57B}" dt="2025-09-30T02:13:19.206" v="812" actId="20577"/>
          <ac:spMkLst>
            <pc:docMk/>
            <pc:sldMk cId="87735207" sldId="267"/>
            <ac:spMk id="2" creationId="{07D6B04C-41D4-2288-A5B6-B23290475985}"/>
          </ac:spMkLst>
        </pc:spChg>
        <pc:spChg chg="mod">
          <ac:chgData name="Louis Davidson" userId="80677fb08b3162e4" providerId="LiveId" clId="{ABB5C0AC-6AAC-4A92-A299-B1C59FB6B57B}" dt="2025-09-30T02:14:26.743" v="819" actId="113"/>
          <ac:spMkLst>
            <pc:docMk/>
            <pc:sldMk cId="87735207" sldId="267"/>
            <ac:spMk id="3" creationId="{0C402EF1-A632-922D-0F70-BCC152B7CF65}"/>
          </ac:spMkLst>
        </pc:spChg>
        <pc:picChg chg="mod">
          <ac:chgData name="Louis Davidson" userId="80677fb08b3162e4" providerId="LiveId" clId="{ABB5C0AC-6AAC-4A92-A299-B1C59FB6B57B}" dt="2025-09-30T02:14:32.272" v="820" actId="1076"/>
          <ac:picMkLst>
            <pc:docMk/>
            <pc:sldMk cId="87735207" sldId="267"/>
            <ac:picMk id="7" creationId="{C5284162-21DB-D473-C7FD-838628FE67E0}"/>
          </ac:picMkLst>
        </pc:picChg>
      </pc:sldChg>
      <pc:sldChg chg="modSp">
        <pc:chgData name="Louis Davidson" userId="80677fb08b3162e4" providerId="LiveId" clId="{ABB5C0AC-6AAC-4A92-A299-B1C59FB6B57B}" dt="2025-09-29T02:51:28.394" v="511" actId="113"/>
        <pc:sldMkLst>
          <pc:docMk/>
          <pc:sldMk cId="1146398831" sldId="268"/>
        </pc:sldMkLst>
        <pc:spChg chg="mod">
          <ac:chgData name="Louis Davidson" userId="80677fb08b3162e4" providerId="LiveId" clId="{ABB5C0AC-6AAC-4A92-A299-B1C59FB6B57B}" dt="2025-09-29T02:51:28.394" v="511" actId="113"/>
          <ac:spMkLst>
            <pc:docMk/>
            <pc:sldMk cId="1146398831" sldId="268"/>
            <ac:spMk id="3" creationId="{428B6DAC-F052-F8CB-144C-C0C6A56FDC61}"/>
          </ac:spMkLst>
        </pc:spChg>
      </pc:sldChg>
      <pc:sldChg chg="delSp modSp delAnim">
        <pc:chgData name="Louis Davidson" userId="80677fb08b3162e4" providerId="LiveId" clId="{ABB5C0AC-6AAC-4A92-A299-B1C59FB6B57B}" dt="2025-09-29T02:54:45.256" v="645" actId="1576"/>
        <pc:sldMkLst>
          <pc:docMk/>
          <pc:sldMk cId="2469829145" sldId="513"/>
        </pc:sldMkLst>
        <pc:spChg chg="mod">
          <ac:chgData name="Louis Davidson" userId="80677fb08b3162e4" providerId="LiveId" clId="{ABB5C0AC-6AAC-4A92-A299-B1C59FB6B57B}" dt="2025-09-29T02:54:45.256" v="645" actId="1576"/>
          <ac:spMkLst>
            <pc:docMk/>
            <pc:sldMk cId="2469829145" sldId="513"/>
            <ac:spMk id="115715" creationId="{00000000-0000-0000-0000-000000000000}"/>
          </ac:spMkLst>
        </pc:spChg>
      </pc:sldChg>
      <pc:sldChg chg="modSp addAnim delAnim">
        <pc:chgData name="Louis Davidson" userId="80677fb08b3162e4" providerId="LiveId" clId="{ABB5C0AC-6AAC-4A92-A299-B1C59FB6B57B}" dt="2025-09-30T02:07:29.745" v="739" actId="20577"/>
        <pc:sldMkLst>
          <pc:docMk/>
          <pc:sldMk cId="929612929" sldId="540"/>
        </pc:sldMkLst>
        <pc:spChg chg="mod">
          <ac:chgData name="Louis Davidson" userId="80677fb08b3162e4" providerId="LiveId" clId="{ABB5C0AC-6AAC-4A92-A299-B1C59FB6B57B}" dt="2025-09-30T02:07:29.745" v="739" actId="20577"/>
          <ac:spMkLst>
            <pc:docMk/>
            <pc:sldMk cId="929612929" sldId="540"/>
            <ac:spMk id="3" creationId="{00000000-0000-0000-0000-000000000000}"/>
          </ac:spMkLst>
        </pc:spChg>
      </pc:sldChg>
      <pc:sldChg chg="addSp delSp">
        <pc:chgData name="Louis Davidson" userId="80677fb08b3162e4" providerId="LiveId" clId="{ABB5C0AC-6AAC-4A92-A299-B1C59FB6B57B}" dt="2025-09-29T02:38:54.424" v="331" actId="478"/>
        <pc:sldMkLst>
          <pc:docMk/>
          <pc:sldMk cId="2540003470" sldId="613"/>
        </pc:sldMkLst>
      </pc:sldChg>
      <pc:sldChg chg="modSp">
        <pc:chgData name="Louis Davidson" userId="80677fb08b3162e4" providerId="LiveId" clId="{ABB5C0AC-6AAC-4A92-A299-B1C59FB6B57B}" dt="2025-09-29T02:51:10.224" v="510" actId="1076"/>
        <pc:sldMkLst>
          <pc:docMk/>
          <pc:sldMk cId="3770607672" sldId="614"/>
        </pc:sldMkLst>
        <pc:spChg chg="mod">
          <ac:chgData name="Louis Davidson" userId="80677fb08b3162e4" providerId="LiveId" clId="{ABB5C0AC-6AAC-4A92-A299-B1C59FB6B57B}" dt="2025-09-29T02:51:10.224" v="510" actId="1076"/>
          <ac:spMkLst>
            <pc:docMk/>
            <pc:sldMk cId="3770607672" sldId="614"/>
            <ac:spMk id="3" creationId="{D817AB63-91E5-D627-4A14-7DFE66600984}"/>
          </ac:spMkLst>
        </pc:spChg>
      </pc:sldChg>
      <pc:sldChg chg="addSp delSp modSp">
        <pc:chgData name="Louis Davidson" userId="80677fb08b3162e4" providerId="LiveId" clId="{ABB5C0AC-6AAC-4A92-A299-B1C59FB6B57B}" dt="2025-09-29T02:48:50.908" v="463" actId="113"/>
        <pc:sldMkLst>
          <pc:docMk/>
          <pc:sldMk cId="3883035879" sldId="615"/>
        </pc:sldMkLst>
        <pc:spChg chg="mod">
          <ac:chgData name="Louis Davidson" userId="80677fb08b3162e4" providerId="LiveId" clId="{ABB5C0AC-6AAC-4A92-A299-B1C59FB6B57B}" dt="2025-09-29T02:45:41.857" v="422" actId="14100"/>
          <ac:spMkLst>
            <pc:docMk/>
            <pc:sldMk cId="3883035879" sldId="615"/>
            <ac:spMk id="2" creationId="{A7FF3873-F695-5473-726A-B143E4670216}"/>
          </ac:spMkLst>
        </pc:spChg>
        <pc:spChg chg="mod">
          <ac:chgData name="Louis Davidson" userId="80677fb08b3162e4" providerId="LiveId" clId="{ABB5C0AC-6AAC-4A92-A299-B1C59FB6B57B}" dt="2025-09-29T02:48:50.908" v="463" actId="113"/>
          <ac:spMkLst>
            <pc:docMk/>
            <pc:sldMk cId="3883035879" sldId="615"/>
            <ac:spMk id="3" creationId="{75D1C6F7-4818-6125-06D0-4A3584EA4483}"/>
          </ac:spMkLst>
        </pc:spChg>
      </pc:sldChg>
      <pc:sldChg chg="modSp">
        <pc:chgData name="Louis Davidson" userId="80677fb08b3162e4" providerId="LiveId" clId="{ABB5C0AC-6AAC-4A92-A299-B1C59FB6B57B}" dt="2025-09-29T02:52:34.523" v="531" actId="1037"/>
        <pc:sldMkLst>
          <pc:docMk/>
          <pc:sldMk cId="2984142058" sldId="616"/>
        </pc:sldMkLst>
        <pc:graphicFrameChg chg="mod">
          <ac:chgData name="Louis Davidson" userId="80677fb08b3162e4" providerId="LiveId" clId="{ABB5C0AC-6AAC-4A92-A299-B1C59FB6B57B}" dt="2025-09-29T02:52:34.523" v="531" actId="1037"/>
          <ac:graphicFrameMkLst>
            <pc:docMk/>
            <pc:sldMk cId="2984142058" sldId="616"/>
            <ac:graphicFrameMk id="5" creationId="{24780B9B-2E8D-AE49-6042-4827008749F6}"/>
          </ac:graphicFrameMkLst>
        </pc:graphicFrameChg>
      </pc:sldChg>
      <pc:sldChg chg="addSp delSp modSp addAnim delAnim">
        <pc:chgData name="Louis Davidson" userId="80677fb08b3162e4" providerId="LiveId" clId="{ABB5C0AC-6AAC-4A92-A299-B1C59FB6B57B}" dt="2025-09-29T02:31:23.365" v="300" actId="255"/>
        <pc:sldMkLst>
          <pc:docMk/>
          <pc:sldMk cId="3789927490" sldId="619"/>
        </pc:sldMkLst>
        <pc:spChg chg="mod">
          <ac:chgData name="Louis Davidson" userId="80677fb08b3162e4" providerId="LiveId" clId="{ABB5C0AC-6AAC-4A92-A299-B1C59FB6B57B}" dt="2025-09-29T02:31:23.365" v="300" actId="255"/>
          <ac:spMkLst>
            <pc:docMk/>
            <pc:sldMk cId="3789927490" sldId="619"/>
            <ac:spMk id="3" creationId="{7023FE88-97DB-AC47-6068-8EF63FA5BEE9}"/>
          </ac:spMkLst>
        </pc:spChg>
      </pc:sldChg>
    </pc:docChg>
  </pc:docChgLst>
  <pc:docChgLst>
    <pc:chgData name="Louis Davidson" userId="80677fb08b3162e4" providerId="Windows Live" clId="Web-{9B01065A-F3C7-79D1-1D43-F6D8A4199A58}"/>
    <pc:docChg chg="modSld">
      <pc:chgData name="Louis Davidson" userId="80677fb08b3162e4" providerId="Windows Live" clId="Web-{9B01065A-F3C7-79D1-1D43-F6D8A4199A58}" dt="2025-09-29T04:01:57.459" v="17"/>
      <pc:docMkLst>
        <pc:docMk/>
      </pc:docMkLst>
      <pc:sldChg chg="modSp">
        <pc:chgData name="Louis Davidson" userId="80677fb08b3162e4" providerId="Windows Live" clId="Web-{9B01065A-F3C7-79D1-1D43-F6D8A4199A58}" dt="2025-09-29T04:01:04.737" v="13" actId="14100"/>
        <pc:sldMkLst>
          <pc:docMk/>
          <pc:sldMk cId="2540003470" sldId="613"/>
        </pc:sldMkLst>
        <pc:spChg chg="mod">
          <ac:chgData name="Louis Davidson" userId="80677fb08b3162e4" providerId="Windows Live" clId="Web-{9B01065A-F3C7-79D1-1D43-F6D8A4199A58}" dt="2025-09-29T04:01:04.737" v="13" actId="14100"/>
          <ac:spMkLst>
            <pc:docMk/>
            <pc:sldMk cId="2540003470" sldId="613"/>
            <ac:spMk id="3" creationId="{7AA1921E-4908-AD45-D17D-DD2797FAFD4D}"/>
          </ac:spMkLst>
        </pc:spChg>
      </pc:sldChg>
      <pc:sldChg chg="modSp">
        <pc:chgData name="Louis Davidson" userId="80677fb08b3162e4" providerId="Windows Live" clId="Web-{9B01065A-F3C7-79D1-1D43-F6D8A4199A58}" dt="2025-09-29T03:58:54.650" v="1" actId="20577"/>
        <pc:sldMkLst>
          <pc:docMk/>
          <pc:sldMk cId="3789927490" sldId="619"/>
        </pc:sldMkLst>
        <pc:spChg chg="mod">
          <ac:chgData name="Louis Davidson" userId="80677fb08b3162e4" providerId="Windows Live" clId="Web-{9B01065A-F3C7-79D1-1D43-F6D8A4199A58}" dt="2025-09-29T03:58:54.650" v="1" actId="20577"/>
          <ac:spMkLst>
            <pc:docMk/>
            <pc:sldMk cId="3789927490" sldId="619"/>
            <ac:spMk id="3" creationId="{7023FE88-97DB-AC47-6068-8EF63FA5BEE9}"/>
          </ac:spMkLst>
        </pc:spChg>
      </pc:sldChg>
      <pc:sldChg chg="modSp">
        <pc:chgData name="Louis Davidson" userId="80677fb08b3162e4" providerId="Windows Live" clId="Web-{9B01065A-F3C7-79D1-1D43-F6D8A4199A58}" dt="2025-09-29T04:01:57.459" v="17"/>
        <pc:sldMkLst>
          <pc:docMk/>
          <pc:sldMk cId="3569927038" sldId="620"/>
        </pc:sldMkLst>
        <pc:picChg chg="mod">
          <ac:chgData name="Louis Davidson" userId="80677fb08b3162e4" providerId="Windows Live" clId="Web-{9B01065A-F3C7-79D1-1D43-F6D8A4199A58}" dt="2025-09-29T04:01:57.459" v="17"/>
          <ac:picMkLst>
            <pc:docMk/>
            <pc:sldMk cId="3569927038" sldId="620"/>
            <ac:picMk id="4" creationId="{AE245C3F-C34A-1619-104B-D65D76B76475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9B35B04-106D-4348-A003-F1B49333079F}" type="doc">
      <dgm:prSet loTypeId="urn:microsoft.com/office/officeart/2005/8/layout/default" loCatId="list" qsTypeId="urn:microsoft.com/office/officeart/2005/8/quickstyle/simple4" qsCatId="simple" csTypeId="urn:microsoft.com/office/officeart/2005/8/colors/accent1_5" csCatId="accent1" phldr="1"/>
      <dgm:spPr/>
      <dgm:t>
        <a:bodyPr/>
        <a:lstStyle/>
        <a:p>
          <a:endParaRPr lang="en-US"/>
        </a:p>
      </dgm:t>
    </dgm:pt>
    <dgm:pt modelId="{1FCB247B-3194-45A0-8381-0750E9EA763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Relational Database Model State</a:t>
          </a:r>
        </a:p>
      </dgm:t>
    </dgm:pt>
    <dgm:pt modelId="{53DF2B94-82BB-4FD2-A495-B981E8113653}" type="parTrans" cxnId="{825F8D44-DF5D-40DC-ADAE-CB8ED3178C2E}">
      <dgm:prSet/>
      <dgm:spPr/>
      <dgm:t>
        <a:bodyPr/>
        <a:lstStyle/>
        <a:p>
          <a:endParaRPr lang="en-US"/>
        </a:p>
      </dgm:t>
    </dgm:pt>
    <dgm:pt modelId="{5FE558D4-7441-4FCD-B8F4-912D6E3EA6C2}" type="sibTrans" cxnId="{825F8D44-DF5D-40DC-ADAE-CB8ED3178C2E}">
      <dgm:prSet/>
      <dgm:spPr/>
      <dgm:t>
        <a:bodyPr/>
        <a:lstStyle/>
        <a:p>
          <a:endParaRPr lang="en-US"/>
        </a:p>
      </dgm:t>
    </dgm:pt>
    <dgm:pt modelId="{377776D2-6E53-49F0-B51E-EC60A8085AB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Dimensional Databases Model Activities</a:t>
          </a:r>
        </a:p>
      </dgm:t>
    </dgm:pt>
    <dgm:pt modelId="{2C7D3ED2-604C-4524-B4AA-2B57258D6145}" type="parTrans" cxnId="{04424D55-76FE-4EA9-A93C-5E5D703B40D5}">
      <dgm:prSet/>
      <dgm:spPr/>
      <dgm:t>
        <a:bodyPr/>
        <a:lstStyle/>
        <a:p>
          <a:endParaRPr lang="en-US"/>
        </a:p>
      </dgm:t>
    </dgm:pt>
    <dgm:pt modelId="{C435AD67-E6AB-4701-B8DD-4E9C344C0A96}" type="sibTrans" cxnId="{04424D55-76FE-4EA9-A93C-5E5D703B40D5}">
      <dgm:prSet/>
      <dgm:spPr/>
      <dgm:t>
        <a:bodyPr/>
        <a:lstStyle/>
        <a:p>
          <a:endParaRPr lang="en-US"/>
        </a:p>
      </dgm:t>
    </dgm:pt>
    <dgm:pt modelId="{73C6A6F0-5C53-4E6C-A525-F36FBE20174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Data Warehouses May Include A Bit of Both</a:t>
          </a:r>
        </a:p>
      </dgm:t>
    </dgm:pt>
    <dgm:pt modelId="{98142A56-561C-4E93-85FB-B34BCF834851}" type="parTrans" cxnId="{7E797B7B-4242-48B1-9535-AE1BCA147478}">
      <dgm:prSet/>
      <dgm:spPr/>
      <dgm:t>
        <a:bodyPr/>
        <a:lstStyle/>
        <a:p>
          <a:endParaRPr lang="en-US"/>
        </a:p>
      </dgm:t>
    </dgm:pt>
    <dgm:pt modelId="{8FE4562F-114B-4AD0-A86D-065860456167}" type="sibTrans" cxnId="{7E797B7B-4242-48B1-9535-AE1BCA147478}">
      <dgm:prSet/>
      <dgm:spPr/>
      <dgm:t>
        <a:bodyPr/>
        <a:lstStyle/>
        <a:p>
          <a:endParaRPr lang="en-US"/>
        </a:p>
      </dgm:t>
    </dgm:pt>
    <dgm:pt modelId="{0B8EB6AC-1C5D-48AD-A6A3-9173133C4B7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If something MAY occur, it:</a:t>
          </a:r>
        </a:p>
      </dgm:t>
    </dgm:pt>
    <dgm:pt modelId="{C177C76A-27F3-4DEB-8F5A-C91CBEA864ED}" type="parTrans" cxnId="{B7CC6555-B38D-413E-BA90-3940A88FFF90}">
      <dgm:prSet/>
      <dgm:spPr/>
      <dgm:t>
        <a:bodyPr/>
        <a:lstStyle/>
        <a:p>
          <a:endParaRPr lang="en-US"/>
        </a:p>
      </dgm:t>
    </dgm:pt>
    <dgm:pt modelId="{9103BFD9-6233-418C-96F9-A276CA865412}" type="sibTrans" cxnId="{B7CC6555-B38D-413E-BA90-3940A88FFF90}">
      <dgm:prSet/>
      <dgm:spPr/>
      <dgm:t>
        <a:bodyPr/>
        <a:lstStyle/>
        <a:p>
          <a:endParaRPr lang="en-US"/>
        </a:p>
      </dgm:t>
    </dgm:pt>
    <dgm:pt modelId="{C44A02D3-D670-45B1-B873-F9BF85EC701D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Must be modeled in your Relational Databases</a:t>
          </a:r>
        </a:p>
      </dgm:t>
    </dgm:pt>
    <dgm:pt modelId="{E48D9FF8-0103-4F56-B6EA-6EBAF0E020CC}" type="parTrans" cxnId="{68D91244-1023-4EC5-9E47-33B933BF766C}">
      <dgm:prSet/>
      <dgm:spPr/>
      <dgm:t>
        <a:bodyPr/>
        <a:lstStyle/>
        <a:p>
          <a:endParaRPr lang="en-US"/>
        </a:p>
      </dgm:t>
    </dgm:pt>
    <dgm:pt modelId="{04536F5E-B648-4227-954B-6B19FD2262E6}" type="sibTrans" cxnId="{68D91244-1023-4EC5-9E47-33B933BF766C}">
      <dgm:prSet/>
      <dgm:spPr/>
      <dgm:t>
        <a:bodyPr/>
        <a:lstStyle/>
        <a:p>
          <a:endParaRPr lang="en-US"/>
        </a:p>
      </dgm:t>
    </dgm:pt>
    <dgm:pt modelId="{C7356C53-DD12-4960-AEDF-CF648124C7C7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Only needs to be understood in your output for Business Intelligence Databases</a:t>
          </a:r>
        </a:p>
      </dgm:t>
    </dgm:pt>
    <dgm:pt modelId="{9DC36483-D753-4534-8123-9B4FC3AA957E}" type="parTrans" cxnId="{307754F8-2737-4226-BD23-08605401A437}">
      <dgm:prSet/>
      <dgm:spPr/>
      <dgm:t>
        <a:bodyPr/>
        <a:lstStyle/>
        <a:p>
          <a:endParaRPr lang="en-US"/>
        </a:p>
      </dgm:t>
    </dgm:pt>
    <dgm:pt modelId="{78EBC791-1592-4521-BD15-D18A25C7D953}" type="sibTrans" cxnId="{307754F8-2737-4226-BD23-08605401A437}">
      <dgm:prSet/>
      <dgm:spPr/>
      <dgm:t>
        <a:bodyPr/>
        <a:lstStyle/>
        <a:p>
          <a:endParaRPr lang="en-US"/>
        </a:p>
      </dgm:t>
    </dgm:pt>
    <dgm:pt modelId="{73960123-CB72-4758-8ACB-5C9DBAE1BA92}" type="pres">
      <dgm:prSet presAssocID="{29B35B04-106D-4348-A003-F1B49333079F}" presName="diagram" presStyleCnt="0">
        <dgm:presLayoutVars>
          <dgm:dir/>
          <dgm:resizeHandles val="exact"/>
        </dgm:presLayoutVars>
      </dgm:prSet>
      <dgm:spPr/>
    </dgm:pt>
    <dgm:pt modelId="{41EC3EC8-E00C-477A-8D30-19E8BBAE8315}" type="pres">
      <dgm:prSet presAssocID="{1FCB247B-3194-45A0-8381-0750E9EA7634}" presName="node" presStyleLbl="node1" presStyleIdx="0" presStyleCnt="4">
        <dgm:presLayoutVars>
          <dgm:bulletEnabled val="1"/>
        </dgm:presLayoutVars>
      </dgm:prSet>
      <dgm:spPr/>
    </dgm:pt>
    <dgm:pt modelId="{B2D983C8-FFAB-4F26-AAE5-70503D137843}" type="pres">
      <dgm:prSet presAssocID="{5FE558D4-7441-4FCD-B8F4-912D6E3EA6C2}" presName="sibTrans" presStyleCnt="0"/>
      <dgm:spPr/>
    </dgm:pt>
    <dgm:pt modelId="{3ED7941A-D26D-4CFA-9F42-133B1551B022}" type="pres">
      <dgm:prSet presAssocID="{377776D2-6E53-49F0-B51E-EC60A8085ABA}" presName="node" presStyleLbl="node1" presStyleIdx="1" presStyleCnt="4">
        <dgm:presLayoutVars>
          <dgm:bulletEnabled val="1"/>
        </dgm:presLayoutVars>
      </dgm:prSet>
      <dgm:spPr/>
    </dgm:pt>
    <dgm:pt modelId="{E25A025B-56C2-44FB-B41E-48B5EAE4B68E}" type="pres">
      <dgm:prSet presAssocID="{C435AD67-E6AB-4701-B8DD-4E9C344C0A96}" presName="sibTrans" presStyleCnt="0"/>
      <dgm:spPr/>
    </dgm:pt>
    <dgm:pt modelId="{5E797981-DB0E-46CE-AA01-6D74BC4A2452}" type="pres">
      <dgm:prSet presAssocID="{73C6A6F0-5C53-4E6C-A525-F36FBE201746}" presName="node" presStyleLbl="node1" presStyleIdx="2" presStyleCnt="4">
        <dgm:presLayoutVars>
          <dgm:bulletEnabled val="1"/>
        </dgm:presLayoutVars>
      </dgm:prSet>
      <dgm:spPr/>
    </dgm:pt>
    <dgm:pt modelId="{6CC19DC2-6F5D-4598-AB70-BCABEF9F4630}" type="pres">
      <dgm:prSet presAssocID="{8FE4562F-114B-4AD0-A86D-065860456167}" presName="sibTrans" presStyleCnt="0"/>
      <dgm:spPr/>
    </dgm:pt>
    <dgm:pt modelId="{13476CFA-3452-43E4-BA85-B45316A8F665}" type="pres">
      <dgm:prSet presAssocID="{0B8EB6AC-1C5D-48AD-A6A3-9173133C4B70}" presName="node" presStyleLbl="node1" presStyleIdx="3" presStyleCnt="4" custScaleX="322234">
        <dgm:presLayoutVars>
          <dgm:bulletEnabled val="1"/>
        </dgm:presLayoutVars>
      </dgm:prSet>
      <dgm:spPr/>
    </dgm:pt>
  </dgm:ptLst>
  <dgm:cxnLst>
    <dgm:cxn modelId="{B0EC2512-A4D5-41EE-B6BD-D8D810A19768}" type="presOf" srcId="{C7356C53-DD12-4960-AEDF-CF648124C7C7}" destId="{13476CFA-3452-43E4-BA85-B45316A8F665}" srcOrd="0" destOrd="2" presId="urn:microsoft.com/office/officeart/2005/8/layout/default"/>
    <dgm:cxn modelId="{7E8A5A32-4617-4369-88E9-F90AE0BE60D9}" type="presOf" srcId="{29B35B04-106D-4348-A003-F1B49333079F}" destId="{73960123-CB72-4758-8ACB-5C9DBAE1BA92}" srcOrd="0" destOrd="0" presId="urn:microsoft.com/office/officeart/2005/8/layout/default"/>
    <dgm:cxn modelId="{68D91244-1023-4EC5-9E47-33B933BF766C}" srcId="{0B8EB6AC-1C5D-48AD-A6A3-9173133C4B70}" destId="{C44A02D3-D670-45B1-B873-F9BF85EC701D}" srcOrd="0" destOrd="0" parTransId="{E48D9FF8-0103-4F56-B6EA-6EBAF0E020CC}" sibTransId="{04536F5E-B648-4227-954B-6B19FD2262E6}"/>
    <dgm:cxn modelId="{5D2F1B64-71C6-40E5-B430-8E9BA7911A09}" type="presOf" srcId="{C44A02D3-D670-45B1-B873-F9BF85EC701D}" destId="{13476CFA-3452-43E4-BA85-B45316A8F665}" srcOrd="0" destOrd="1" presId="urn:microsoft.com/office/officeart/2005/8/layout/default"/>
    <dgm:cxn modelId="{825F8D44-DF5D-40DC-ADAE-CB8ED3178C2E}" srcId="{29B35B04-106D-4348-A003-F1B49333079F}" destId="{1FCB247B-3194-45A0-8381-0750E9EA7634}" srcOrd="0" destOrd="0" parTransId="{53DF2B94-82BB-4FD2-A495-B981E8113653}" sibTransId="{5FE558D4-7441-4FCD-B8F4-912D6E3EA6C2}"/>
    <dgm:cxn modelId="{3117F572-A602-4C5A-B892-68179FD13109}" type="presOf" srcId="{0B8EB6AC-1C5D-48AD-A6A3-9173133C4B70}" destId="{13476CFA-3452-43E4-BA85-B45316A8F665}" srcOrd="0" destOrd="0" presId="urn:microsoft.com/office/officeart/2005/8/layout/default"/>
    <dgm:cxn modelId="{B7CC6555-B38D-413E-BA90-3940A88FFF90}" srcId="{29B35B04-106D-4348-A003-F1B49333079F}" destId="{0B8EB6AC-1C5D-48AD-A6A3-9173133C4B70}" srcOrd="3" destOrd="0" parTransId="{C177C76A-27F3-4DEB-8F5A-C91CBEA864ED}" sibTransId="{9103BFD9-6233-418C-96F9-A276CA865412}"/>
    <dgm:cxn modelId="{04424D55-76FE-4EA9-A93C-5E5D703B40D5}" srcId="{29B35B04-106D-4348-A003-F1B49333079F}" destId="{377776D2-6E53-49F0-B51E-EC60A8085ABA}" srcOrd="1" destOrd="0" parTransId="{2C7D3ED2-604C-4524-B4AA-2B57258D6145}" sibTransId="{C435AD67-E6AB-4701-B8DD-4E9C344C0A96}"/>
    <dgm:cxn modelId="{1AC7C157-007A-40F4-BAED-B3040797F094}" type="presOf" srcId="{377776D2-6E53-49F0-B51E-EC60A8085ABA}" destId="{3ED7941A-D26D-4CFA-9F42-133B1551B022}" srcOrd="0" destOrd="0" presId="urn:microsoft.com/office/officeart/2005/8/layout/default"/>
    <dgm:cxn modelId="{7E797B7B-4242-48B1-9535-AE1BCA147478}" srcId="{29B35B04-106D-4348-A003-F1B49333079F}" destId="{73C6A6F0-5C53-4E6C-A525-F36FBE201746}" srcOrd="2" destOrd="0" parTransId="{98142A56-561C-4E93-85FB-B34BCF834851}" sibTransId="{8FE4562F-114B-4AD0-A86D-065860456167}"/>
    <dgm:cxn modelId="{A32DB992-2A57-44A5-AB6D-9DC9220F61FA}" type="presOf" srcId="{73C6A6F0-5C53-4E6C-A525-F36FBE201746}" destId="{5E797981-DB0E-46CE-AA01-6D74BC4A2452}" srcOrd="0" destOrd="0" presId="urn:microsoft.com/office/officeart/2005/8/layout/default"/>
    <dgm:cxn modelId="{13F905AD-4A0D-4871-90C1-B682EA94351D}" type="presOf" srcId="{1FCB247B-3194-45A0-8381-0750E9EA7634}" destId="{41EC3EC8-E00C-477A-8D30-19E8BBAE8315}" srcOrd="0" destOrd="0" presId="urn:microsoft.com/office/officeart/2005/8/layout/default"/>
    <dgm:cxn modelId="{307754F8-2737-4226-BD23-08605401A437}" srcId="{0B8EB6AC-1C5D-48AD-A6A3-9173133C4B70}" destId="{C7356C53-DD12-4960-AEDF-CF648124C7C7}" srcOrd="1" destOrd="0" parTransId="{9DC36483-D753-4534-8123-9B4FC3AA957E}" sibTransId="{78EBC791-1592-4521-BD15-D18A25C7D953}"/>
    <dgm:cxn modelId="{032313E9-23C4-493E-A76F-EB995146D517}" type="presParOf" srcId="{73960123-CB72-4758-8ACB-5C9DBAE1BA92}" destId="{41EC3EC8-E00C-477A-8D30-19E8BBAE8315}" srcOrd="0" destOrd="0" presId="urn:microsoft.com/office/officeart/2005/8/layout/default"/>
    <dgm:cxn modelId="{DB48CA06-468E-4D93-859D-B0105396B0FA}" type="presParOf" srcId="{73960123-CB72-4758-8ACB-5C9DBAE1BA92}" destId="{B2D983C8-FFAB-4F26-AAE5-70503D137843}" srcOrd="1" destOrd="0" presId="urn:microsoft.com/office/officeart/2005/8/layout/default"/>
    <dgm:cxn modelId="{208F47B8-E210-4A40-A224-83A45D7397BA}" type="presParOf" srcId="{73960123-CB72-4758-8ACB-5C9DBAE1BA92}" destId="{3ED7941A-D26D-4CFA-9F42-133B1551B022}" srcOrd="2" destOrd="0" presId="urn:microsoft.com/office/officeart/2005/8/layout/default"/>
    <dgm:cxn modelId="{B8C9E503-9B3F-426F-AD29-225F94D17108}" type="presParOf" srcId="{73960123-CB72-4758-8ACB-5C9DBAE1BA92}" destId="{E25A025B-56C2-44FB-B41E-48B5EAE4B68E}" srcOrd="3" destOrd="0" presId="urn:microsoft.com/office/officeart/2005/8/layout/default"/>
    <dgm:cxn modelId="{E4364533-7C18-4706-B7CD-FA4CB42FE621}" type="presParOf" srcId="{73960123-CB72-4758-8ACB-5C9DBAE1BA92}" destId="{5E797981-DB0E-46CE-AA01-6D74BC4A2452}" srcOrd="4" destOrd="0" presId="urn:microsoft.com/office/officeart/2005/8/layout/default"/>
    <dgm:cxn modelId="{9656CFAD-131E-4081-BC42-7A6120CC8CDF}" type="presParOf" srcId="{73960123-CB72-4758-8ACB-5C9DBAE1BA92}" destId="{6CC19DC2-6F5D-4598-AB70-BCABEF9F4630}" srcOrd="5" destOrd="0" presId="urn:microsoft.com/office/officeart/2005/8/layout/default"/>
    <dgm:cxn modelId="{601C34CD-D2B0-4EDF-8048-92D0EADC6F28}" type="presParOf" srcId="{73960123-CB72-4758-8ACB-5C9DBAE1BA92}" destId="{13476CFA-3452-43E4-BA85-B45316A8F665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1EC3EC8-E00C-477A-8D30-19E8BBAE8315}">
      <dsp:nvSpPr>
        <dsp:cNvPr id="0" name=""/>
        <dsp:cNvSpPr/>
      </dsp:nvSpPr>
      <dsp:spPr>
        <a:xfrm>
          <a:off x="42579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Relational Database Model State</a:t>
          </a:r>
        </a:p>
      </dsp:txBody>
      <dsp:txXfrm>
        <a:off x="42579" y="38241"/>
        <a:ext cx="3379786" cy="2027871"/>
      </dsp:txXfrm>
    </dsp:sp>
    <dsp:sp modelId="{3ED7941A-D26D-4CFA-9F42-133B1551B022}">
      <dsp:nvSpPr>
        <dsp:cNvPr id="0" name=""/>
        <dsp:cNvSpPr/>
      </dsp:nvSpPr>
      <dsp:spPr>
        <a:xfrm>
          <a:off x="3760345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13333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13333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13333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13333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Dimensional Databases Model Activities</a:t>
          </a:r>
        </a:p>
      </dsp:txBody>
      <dsp:txXfrm>
        <a:off x="3760345" y="38241"/>
        <a:ext cx="3379786" cy="2027871"/>
      </dsp:txXfrm>
    </dsp:sp>
    <dsp:sp modelId="{5E797981-DB0E-46CE-AA01-6D74BC4A2452}">
      <dsp:nvSpPr>
        <dsp:cNvPr id="0" name=""/>
        <dsp:cNvSpPr/>
      </dsp:nvSpPr>
      <dsp:spPr>
        <a:xfrm>
          <a:off x="7478110" y="38241"/>
          <a:ext cx="3379786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26667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26667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26667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26667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Data Warehouses May Include A Bit of Both</a:t>
          </a:r>
        </a:p>
      </dsp:txBody>
      <dsp:txXfrm>
        <a:off x="7478110" y="38241"/>
        <a:ext cx="3379786" cy="2027871"/>
      </dsp:txXfrm>
    </dsp:sp>
    <dsp:sp modelId="{13476CFA-3452-43E4-BA85-B45316A8F665}">
      <dsp:nvSpPr>
        <dsp:cNvPr id="0" name=""/>
        <dsp:cNvSpPr/>
      </dsp:nvSpPr>
      <dsp:spPr>
        <a:xfrm>
          <a:off x="4827" y="2404092"/>
          <a:ext cx="10890821" cy="2027871"/>
        </a:xfrm>
        <a:prstGeom prst="rect">
          <a:avLst/>
        </a:prstGeom>
        <a:gradFill rotWithShape="0">
          <a:gsLst>
            <a:gs pos="0">
              <a:schemeClr val="accent1">
                <a:alpha val="90000"/>
                <a:hueOff val="0"/>
                <a:satOff val="0"/>
                <a:lumOff val="0"/>
                <a:alphaOff val="-40000"/>
                <a:shade val="85000"/>
                <a:satMod val="130000"/>
              </a:schemeClr>
            </a:gs>
            <a:gs pos="34000">
              <a:schemeClr val="accent1">
                <a:alpha val="90000"/>
                <a:hueOff val="0"/>
                <a:satOff val="0"/>
                <a:lumOff val="0"/>
                <a:alphaOff val="-40000"/>
                <a:shade val="87000"/>
                <a:satMod val="125000"/>
              </a:schemeClr>
            </a:gs>
            <a:gs pos="70000">
              <a:schemeClr val="accent1">
                <a:alpha val="90000"/>
                <a:hueOff val="0"/>
                <a:satOff val="0"/>
                <a:lumOff val="0"/>
                <a:alphaOff val="-40000"/>
                <a:tint val="100000"/>
                <a:shade val="90000"/>
                <a:satMod val="130000"/>
              </a:schemeClr>
            </a:gs>
            <a:gs pos="100000">
              <a:schemeClr val="accent1">
                <a:alpha val="90000"/>
                <a:hueOff val="0"/>
                <a:satOff val="0"/>
                <a:lumOff val="0"/>
                <a:alphaOff val="-4000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t" anchorCtr="0">
          <a:noAutofit/>
        </a:bodyPr>
        <a:lstStyle/>
        <a:p>
          <a:pPr marL="0" lvl="0" indent="0" algn="l" defTabSz="14224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/>
            <a:t>If something MAY occur, it:</a:t>
          </a:r>
        </a:p>
        <a:p>
          <a:pPr marL="228600" lvl="1" indent="-228600" algn="l" defTabSz="11112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/>
            <a:t>Must be modeled in your Relational Databases</a:t>
          </a:r>
        </a:p>
        <a:p>
          <a:pPr marL="228600" lvl="1" indent="-228600" algn="l" defTabSz="1111250">
            <a:lnSpc>
              <a:spcPct val="10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500" kern="1200"/>
            <a:t>Only needs to be understood in your output for Business Intelligence Databases</a:t>
          </a:r>
        </a:p>
      </dsp:txBody>
      <dsp:txXfrm>
        <a:off x="4827" y="2404092"/>
        <a:ext cx="10890821" cy="202787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237A64-A80C-4DD6-B02C-1EA50F1AA5CA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AC0EA7-1F24-43DD-BE67-E5D12BE819B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004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6178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AC0EA7-1F24-43DD-BE67-E5D12BE819B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70373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Why do we build databases?</a:t>
            </a:r>
          </a:p>
          <a:p>
            <a:endParaRPr lang="en-US"/>
          </a:p>
          <a:p>
            <a:pPr marL="228600" indent="-228600">
              <a:buAutoNum type="arabicPeriod"/>
            </a:pPr>
            <a:r>
              <a:rPr lang="en-US"/>
              <a:t>To allow high throughput of data being input.</a:t>
            </a:r>
          </a:p>
          <a:p>
            <a:pPr marL="685800" lvl="1" indent="-228600">
              <a:buAutoNum type="arabicPeriod"/>
            </a:pPr>
            <a:r>
              <a:rPr lang="en-US"/>
              <a:t>Of course… but what good is data if it is stored poorly?</a:t>
            </a:r>
          </a:p>
          <a:p>
            <a:pPr marL="228600" lvl="0" indent="-228600">
              <a:buAutoNum type="arabicPeriod"/>
            </a:pPr>
            <a:r>
              <a:rPr lang="en-US"/>
              <a:t>To DO things with the data</a:t>
            </a:r>
          </a:p>
          <a:p>
            <a:pPr marL="685800" lvl="1" indent="-228600">
              <a:buAutoNum type="arabicPeriod"/>
            </a:pPr>
            <a:r>
              <a:rPr lang="en-US"/>
              <a:t>#1 to capture that an action has or has not occurred</a:t>
            </a:r>
          </a:p>
          <a:p>
            <a:pPr marL="685800" lvl="1" indent="-228600">
              <a:buAutoNum type="arabicPeriod"/>
            </a:pPr>
            <a:r>
              <a:rPr lang="en-US"/>
              <a:t>Short term reports</a:t>
            </a:r>
          </a:p>
          <a:p>
            <a:pPr marL="685800" lvl="1" indent="-228600">
              <a:buAutoNum type="arabicPeriod"/>
            </a:pPr>
            <a:r>
              <a:rPr lang="en-US"/>
              <a:t>Long term reports</a:t>
            </a:r>
          </a:p>
          <a:p>
            <a:pPr marL="685800" lvl="1" indent="-228600">
              <a:buAutoNum type="arabicPeriod"/>
            </a:pPr>
            <a:r>
              <a:rPr lang="en-US"/>
              <a:t>Process returns</a:t>
            </a:r>
          </a:p>
          <a:p>
            <a:pPr marL="685800" lvl="1" indent="-228600">
              <a:buAutoNum type="arabicPeriod"/>
            </a:pPr>
            <a:r>
              <a:rPr lang="en-US"/>
              <a:t>Prevent future issues</a:t>
            </a:r>
          </a:p>
          <a:p>
            <a:pPr marL="685800" lvl="1" indent="-228600">
              <a:buAutoNum type="arabicPeriod"/>
            </a:pPr>
            <a:r>
              <a:rPr lang="en-US"/>
              <a:t>Marketing (which does sound better than advertising!)</a:t>
            </a:r>
          </a:p>
          <a:p>
            <a:pPr marL="228600" lvl="0" indent="-228600">
              <a:buAutoNum type="arabicPeriod"/>
            </a:pPr>
            <a:r>
              <a:rPr lang="en-US"/>
              <a:t>#1 is generally the one that is truly treated as important as immediate questions are asked</a:t>
            </a:r>
          </a:p>
          <a:p>
            <a:pPr marL="685800" lvl="1" indent="-228600">
              <a:buAutoNum type="arabicPeriod"/>
            </a:pPr>
            <a:r>
              <a:rPr lang="en-US"/>
              <a:t>Customer ordered product, didn’t get it</a:t>
            </a:r>
          </a:p>
          <a:p>
            <a:pPr marL="685800" lvl="1" indent="-228600">
              <a:buAutoNum type="arabicPeriod"/>
            </a:pPr>
            <a:r>
              <a:rPr lang="en-US"/>
              <a:t>Why did’t customer get this email</a:t>
            </a:r>
          </a:p>
          <a:p>
            <a:pPr marL="685800" lvl="1" indent="-228600">
              <a:buAutoNum type="arabicPeriod"/>
            </a:pPr>
            <a:r>
              <a:rPr lang="en-US"/>
              <a:t>Customer said if we send them another freaking email…</a:t>
            </a:r>
          </a:p>
          <a:p>
            <a:pPr marL="685800" lvl="1" indent="-228600">
              <a:buAutoNum type="arabicPeriod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4A860-8E55-4793-B9FA-53BB072A21AD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4690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Fix spelling of thought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AC0EA7-1F24-43DD-BE67-E5D12BE819B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79425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[twitter] Slides will be on drsql.org in the presentations area for this and the keynote as soon as I can get them out there. @</a:t>
            </a:r>
            <a:r>
              <a:rPr lang="en-US" i="1" err="1"/>
              <a:t>rm</a:t>
            </a:r>
            <a:r>
              <a:rPr lang="en-US" b="1" i="1" err="1"/>
              <a:t>techtrifecta</a:t>
            </a:r>
            <a:r>
              <a:rPr lang="en-US" b="1" i="1"/>
              <a:t> </a:t>
            </a:r>
            <a:r>
              <a:rPr lang="en-US"/>
              <a:t>[/twitter]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7C4A860-8E55-4793-B9FA-53BB072A21A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940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93822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789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661332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660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>
                    <a:lumMod val="9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3056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661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017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589CEFD-1BF0-43A7-BF71-6C543BA88E77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14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1">
              <a:lumMod val="50000"/>
              <a:lumOff val="5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589CEFD-1BF0-43A7-BF71-6C543BA88E77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623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2094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89CEFD-1BF0-43A7-BF71-6C543BA88E77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79259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5F43BB-8BC2-094F-9976-8843274EEB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C656C9-1A5B-7438-22D2-7F684BBE81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6111F5-5DCF-C4DB-3091-1D3C84530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DDD9B-3243-75A1-6BB4-6BA770CBCB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15D1B8-2752-AC28-A87E-C9B8EC6C82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12122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AE678-406F-5E13-291C-50AE4431ED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3FEEE-89A9-51BB-DD69-9125EDEF24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BE56-EA8F-74CB-D63E-83F27F096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AA8856-61B4-424A-DEF1-7EA2C28635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434A3-B10A-0D75-B268-B01D9BDA5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931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F5F29-9BD9-64C8-DB42-7A287F2FA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AFB0A-0C6D-6479-C03C-1022596CFF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84C0F4-8DC1-5471-0FAC-760B87C8F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E82D0-88FA-36FC-6A9F-777A97F11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359E9-EABA-CF43-3684-8B1412DCD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8661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9DE58-1854-AA43-66AD-A5D1F46F6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CCF9E4-30F3-1FFA-E371-8E2D8D204B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9A4F1FB-7B10-9B7D-C341-2783E33205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6E6809-E9DF-4F7F-383E-877903290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4E0850-B7C8-335D-4D55-814ED937C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5A8832-7CEB-E2E5-7DCF-04D289A0E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259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F6A48-F5B7-8557-F5D9-7A0964A7BD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322D2-43E4-C75F-F9CD-E6CEA62EAC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009D9E-D991-C827-5A0A-0F71C4998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9EEB12-1515-C2BA-9B89-A896DA75F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BB53DF-4721-234A-8A67-397DF519B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021D81-EC3C-8F3A-529B-FD9111A1B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DED616-2AE2-D20B-F04B-D3D448505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400F6B8-790A-1CA3-B8D7-3E35774FD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81756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A6F0D-AD66-AB5F-2B52-34FA3DB28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22ECBA-1D9F-7450-4F9A-DF96B1B9C7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AAB0F0-4342-B73B-9B77-46937FE75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A09E20-8E44-0F96-6554-35E88D3A2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78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9000E1-103E-2230-7BEC-A893E0A0A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57B26D-4EBB-6AE1-49CD-1A5A4BC05D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AD6991-9E7E-AF82-1875-539B0F82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0662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3E1B5-E123-9BE3-4CC7-D2E028444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BE085-EBDD-CA88-F42D-0096F545CA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3D77562-E8CD-6EAA-2C12-ED6617AE48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F96CBF-492A-1BAF-8557-BC431BD49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6B2A35-1FE8-0DDA-5F28-FFCD1B4F70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DC693A-5340-007F-2FC6-202834A9A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88592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4AF72-AC54-F7BA-E2FA-427FDBABC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A90FFAB-E053-B564-5F4B-D26910E828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228119-0CD4-7935-A7CC-AE33AB6A4B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B8EE6D-2DFC-65C8-4380-D93AC88E3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6C8307B-8FEA-B6B1-8B9B-74DD44C6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E14F821-EE2D-341B-C6C7-4056911D39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3653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B6C4C-43A0-A88C-8A51-00BB01C99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BBA018-927B-5B7E-2994-0BF948C544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713E3F-5687-2572-C421-2E1E7A0F5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99CC6C-2443-B6F2-C188-B2EDFDB02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2A5633-0909-A729-59EB-3FDF3CE03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834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478230-EFF7-03C7-6A9A-DA67C6B412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7A78C6-4038-E579-D304-EC37BB0D9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105E6-242A-03B9-2C99-3FED3D9D4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9FE6D9-F736-47F6-9B7D-D32DC0152B58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F13840-606F-CEAE-C3E8-3FCC843BB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AB4F1F-B00D-0B06-B8B6-0B2E67C77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6234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" y="6334316"/>
            <a:ext cx="12192000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589CEFD-1BF0-43A7-BF71-6C543BA88E77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06F9B46-A5DE-44D9-8723-8766BBB17B3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289147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3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D17D50-AE5F-FA26-89DE-0B32BEEEE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03782-537F-CF9A-40FB-3E6622C341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7DC6AF1-D645-A970-0D43-38BE748F509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9FE6D9-F736-47F6-9B7D-D32DC0152B58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BEE195-33D0-E1CC-D883-6F02CBC7C3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0C8CCA-F29A-1D4B-53D4-42A798B725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DB6F8C-F103-4EDD-A753-151E34557E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49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jpe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bismart.com/en/medallion-architecture" TargetMode="External"/><Relationship Id="rId2" Type="http://schemas.openxmlformats.org/officeDocument/2006/relationships/hyperlink" Target="https://www.kimballgroup.com/2004/01/data-warehouse-dining-experience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hyperlink" Target="https://linkedin.com/in/louisdavidson" TargetMode="External"/><Relationship Id="rId3" Type="http://schemas.openxmlformats.org/officeDocument/2006/relationships/hyperlink" Target="mailto:louis@drsql.org" TargetMode="External"/><Relationship Id="rId7" Type="http://schemas.openxmlformats.org/officeDocument/2006/relationships/hyperlink" Target="https://drsql.link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x.com/drsql" TargetMode="External"/><Relationship Id="rId5" Type="http://schemas.openxmlformats.org/officeDocument/2006/relationships/hyperlink" Target="https://drsql.org/presentations" TargetMode="External"/><Relationship Id="rId10" Type="http://schemas.openxmlformats.org/officeDocument/2006/relationships/image" Target="../media/image24.png"/><Relationship Id="rId4" Type="http://schemas.openxmlformats.org/officeDocument/2006/relationships/hyperlink" Target="http://drsql.org" TargetMode="External"/><Relationship Id="rId9" Type="http://schemas.openxmlformats.org/officeDocument/2006/relationships/image" Target="../media/image2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drsql.org/presentations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13F96-10E6-7EA9-471D-D769A10B7E8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/>
              <a:t>BI versus Relational Design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9B226D-20B2-D67D-26B7-DFC6DFA539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/>
              <a:t>Understanding the key differences</a:t>
            </a:r>
          </a:p>
          <a:p>
            <a:endParaRPr lang="en-US"/>
          </a:p>
          <a:p>
            <a:r>
              <a:rPr lang="en-US"/>
              <a:t>Louis Davidson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241945-1040-ED5F-309F-EAC3C0D76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885" y="5018267"/>
            <a:ext cx="2134515" cy="637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900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677BAFB-3BD3-41BB-9107-FAE224AE21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E6823A9B-C188-42D4-847C-3AD928DB1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42784" y="253140"/>
            <a:ext cx="6184555" cy="6184555"/>
          </a:xfrm>
          <a:prstGeom prst="ellipse">
            <a:avLst/>
          </a:prstGeom>
          <a:solidFill>
            <a:srgbClr val="FFFFFF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4B557F3-1A0C-4749-A6DB-EAC082DF3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24848" y="253140"/>
            <a:ext cx="6184555" cy="6184555"/>
          </a:xfrm>
          <a:prstGeom prst="ellipse">
            <a:avLst/>
          </a:prstGeom>
          <a:solidFill>
            <a:schemeClr val="accent6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3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5D55AA6-3751-494F-868A-DCEDC5CE82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03723" y="136525"/>
            <a:ext cx="6184555" cy="6184555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999C6E7-2BAC-6953-9220-E8D9466A7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1400" y="965580"/>
            <a:ext cx="5204489" cy="239096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4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Bit of a warning…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DEF34A-DA35-945D-F57F-285A0C8B56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1577" y="3747129"/>
            <a:ext cx="4508641" cy="1613383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 algn="ctr">
              <a:buNone/>
            </a:pPr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This presentation is interactive</a:t>
            </a:r>
          </a:p>
          <a:p>
            <a:pPr marL="0" indent="0" algn="ctr">
              <a:buNone/>
            </a:pPr>
            <a:r>
              <a:rPr lang="en-US" sz="2000" kern="1200">
                <a:solidFill>
                  <a:schemeClr val="bg1"/>
                </a:solidFill>
                <a:latin typeface="+mn-lt"/>
                <a:ea typeface="+mn-ea"/>
                <a:cs typeface="+mn-cs"/>
              </a:rPr>
              <a:t>If you d</a:t>
            </a:r>
            <a:r>
              <a:rPr lang="en-US" sz="2000">
                <a:solidFill>
                  <a:schemeClr val="bg1"/>
                </a:solidFill>
              </a:rPr>
              <a:t>on’t interact, I will start daydreaming about vacation tomorrow</a:t>
            </a:r>
            <a:endParaRPr lang="en-US" sz="2000" kern="1200">
              <a:solidFill>
                <a:schemeClr val="bg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6" name="Graphic 212">
            <a:extLst>
              <a:ext uri="{FF2B5EF4-FFF2-40B4-BE49-F238E27FC236}">
                <a16:creationId xmlns:a16="http://schemas.microsoft.com/office/drawing/2014/main" id="{4D4C00DC-4DC6-4CD2-9E31-F17E6CEBC5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sp>
        <p:nvSpPr>
          <p:cNvPr id="18" name="Graphic 212">
            <a:extLst>
              <a:ext uri="{FF2B5EF4-FFF2-40B4-BE49-F238E27FC236}">
                <a16:creationId xmlns:a16="http://schemas.microsoft.com/office/drawing/2014/main" id="{D82AB1B2-7970-42CF-8BF5-567C69E9FF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256275" y="975977"/>
            <a:ext cx="413564" cy="413564"/>
          </a:xfrm>
          <a:custGeom>
            <a:avLst/>
            <a:gdLst>
              <a:gd name="connsiteX0" fmla="*/ 403574 w 807148"/>
              <a:gd name="connsiteY0" fmla="*/ 0 h 807148"/>
              <a:gd name="connsiteX1" fmla="*/ 0 w 807148"/>
              <a:gd name="connsiteY1" fmla="*/ 403574 h 807148"/>
              <a:gd name="connsiteX2" fmla="*/ 403574 w 807148"/>
              <a:gd name="connsiteY2" fmla="*/ 807149 h 807148"/>
              <a:gd name="connsiteX3" fmla="*/ 807149 w 807148"/>
              <a:gd name="connsiteY3" fmla="*/ 403574 h 807148"/>
              <a:gd name="connsiteX4" fmla="*/ 403574 w 807148"/>
              <a:gd name="connsiteY4" fmla="*/ 0 h 807148"/>
              <a:gd name="connsiteX5" fmla="*/ 403574 w 807148"/>
              <a:gd name="connsiteY5" fmla="*/ 667988 h 807148"/>
              <a:gd name="connsiteX6" fmla="*/ 139160 w 807148"/>
              <a:gd name="connsiteY6" fmla="*/ 403574 h 807148"/>
              <a:gd name="connsiteX7" fmla="*/ 403574 w 807148"/>
              <a:gd name="connsiteY7" fmla="*/ 139160 h 807148"/>
              <a:gd name="connsiteX8" fmla="*/ 667988 w 807148"/>
              <a:gd name="connsiteY8" fmla="*/ 403574 h 807148"/>
              <a:gd name="connsiteX9" fmla="*/ 403574 w 807148"/>
              <a:gd name="connsiteY9" fmla="*/ 667988 h 8071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807148" h="807148">
                <a:moveTo>
                  <a:pt x="403574" y="0"/>
                </a:moveTo>
                <a:cubicBezTo>
                  <a:pt x="180689" y="0"/>
                  <a:pt x="0" y="180689"/>
                  <a:pt x="0" y="403574"/>
                </a:cubicBezTo>
                <a:cubicBezTo>
                  <a:pt x="0" y="626459"/>
                  <a:pt x="180689" y="807149"/>
                  <a:pt x="403574" y="807149"/>
                </a:cubicBezTo>
                <a:cubicBezTo>
                  <a:pt x="626459" y="807149"/>
                  <a:pt x="807149" y="626459"/>
                  <a:pt x="807149" y="403574"/>
                </a:cubicBezTo>
                <a:cubicBezTo>
                  <a:pt x="807149" y="180689"/>
                  <a:pt x="626459" y="0"/>
                  <a:pt x="403574" y="0"/>
                </a:cubicBezTo>
                <a:close/>
                <a:moveTo>
                  <a:pt x="403574" y="667988"/>
                </a:moveTo>
                <a:cubicBezTo>
                  <a:pt x="257556" y="667988"/>
                  <a:pt x="139160" y="549593"/>
                  <a:pt x="139160" y="403574"/>
                </a:cubicBezTo>
                <a:cubicBezTo>
                  <a:pt x="139160" y="257556"/>
                  <a:pt x="257556" y="139160"/>
                  <a:pt x="403574" y="139160"/>
                </a:cubicBezTo>
                <a:cubicBezTo>
                  <a:pt x="549593" y="139160"/>
                  <a:pt x="667988" y="257556"/>
                  <a:pt x="667988" y="403574"/>
                </a:cubicBezTo>
                <a:cubicBezTo>
                  <a:pt x="667988" y="549593"/>
                  <a:pt x="549593" y="667988"/>
                  <a:pt x="403574" y="667988"/>
                </a:cubicBezTo>
                <a:close/>
              </a:path>
            </a:pathLst>
          </a:cu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chemeClr val="lt1"/>
              </a:solidFill>
            </a:endParaRPr>
          </a:p>
        </p:txBody>
      </p:sp>
      <p:grpSp>
        <p:nvGrpSpPr>
          <p:cNvPr id="20" name="Graphic 190">
            <a:extLst>
              <a:ext uri="{FF2B5EF4-FFF2-40B4-BE49-F238E27FC236}">
                <a16:creationId xmlns:a16="http://schemas.microsoft.com/office/drawing/2014/main" id="{66FB5A75-BDE2-4F12-A95B-C48788A76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80947" y="1755501"/>
            <a:ext cx="1598829" cy="531293"/>
            <a:chOff x="2504802" y="1755501"/>
            <a:chExt cx="1598829" cy="531293"/>
          </a:xfrm>
          <a:solidFill>
            <a:schemeClr val="bg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C86CBC8-A814-4C0C-A287-7C549693D2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2113855"/>
              <a:ext cx="1598614" cy="172939"/>
            </a:xfrm>
            <a:custGeom>
              <a:avLst/>
              <a:gdLst>
                <a:gd name="connsiteX0" fmla="*/ 1248648 w 1598614"/>
                <a:gd name="connsiteY0" fmla="*/ 172939 h 172939"/>
                <a:gd name="connsiteX1" fmla="*/ 1123031 w 1598614"/>
                <a:gd name="connsiteY1" fmla="*/ 92708 h 172939"/>
                <a:gd name="connsiteX2" fmla="*/ 1024085 w 1598614"/>
                <a:gd name="connsiteY2" fmla="*/ 29469 h 172939"/>
                <a:gd name="connsiteX3" fmla="*/ 925140 w 1598614"/>
                <a:gd name="connsiteY3" fmla="*/ 92708 h 172939"/>
                <a:gd name="connsiteX4" fmla="*/ 799522 w 1598614"/>
                <a:gd name="connsiteY4" fmla="*/ 172939 h 172939"/>
                <a:gd name="connsiteX5" fmla="*/ 799522 w 1598614"/>
                <a:gd name="connsiteY5" fmla="*/ 172939 h 172939"/>
                <a:gd name="connsiteX6" fmla="*/ 673905 w 1598614"/>
                <a:gd name="connsiteY6" fmla="*/ 92708 h 172939"/>
                <a:gd name="connsiteX7" fmla="*/ 574959 w 1598614"/>
                <a:gd name="connsiteY7" fmla="*/ 29469 h 172939"/>
                <a:gd name="connsiteX8" fmla="*/ 476014 w 1598614"/>
                <a:gd name="connsiteY8" fmla="*/ 92708 h 172939"/>
                <a:gd name="connsiteX9" fmla="*/ 350396 w 1598614"/>
                <a:gd name="connsiteY9" fmla="*/ 172939 h 172939"/>
                <a:gd name="connsiteX10" fmla="*/ 224778 w 1598614"/>
                <a:gd name="connsiteY10" fmla="*/ 92708 h 172939"/>
                <a:gd name="connsiteX11" fmla="*/ 125833 w 1598614"/>
                <a:gd name="connsiteY11" fmla="*/ 29469 h 172939"/>
                <a:gd name="connsiteX12" fmla="*/ 26887 w 1598614"/>
                <a:gd name="connsiteY12" fmla="*/ 92708 h 172939"/>
                <a:gd name="connsiteX13" fmla="*/ 0 w 1598614"/>
                <a:gd name="connsiteY13" fmla="*/ 80232 h 172939"/>
                <a:gd name="connsiteX14" fmla="*/ 125618 w 1598614"/>
                <a:gd name="connsiteY14" fmla="*/ 0 h 172939"/>
                <a:gd name="connsiteX15" fmla="*/ 251235 w 1598614"/>
                <a:gd name="connsiteY15" fmla="*/ 80232 h 172939"/>
                <a:gd name="connsiteX16" fmla="*/ 350181 w 1598614"/>
                <a:gd name="connsiteY16" fmla="*/ 143471 h 172939"/>
                <a:gd name="connsiteX17" fmla="*/ 449126 w 1598614"/>
                <a:gd name="connsiteY17" fmla="*/ 80232 h 172939"/>
                <a:gd name="connsiteX18" fmla="*/ 574744 w 1598614"/>
                <a:gd name="connsiteY18" fmla="*/ 0 h 172939"/>
                <a:gd name="connsiteX19" fmla="*/ 700362 w 1598614"/>
                <a:gd name="connsiteY19" fmla="*/ 80232 h 172939"/>
                <a:gd name="connsiteX20" fmla="*/ 799307 w 1598614"/>
                <a:gd name="connsiteY20" fmla="*/ 143471 h 172939"/>
                <a:gd name="connsiteX21" fmla="*/ 799307 w 1598614"/>
                <a:gd name="connsiteY21" fmla="*/ 143471 h 172939"/>
                <a:gd name="connsiteX22" fmla="*/ 898253 w 1598614"/>
                <a:gd name="connsiteY22" fmla="*/ 80232 h 172939"/>
                <a:gd name="connsiteX23" fmla="*/ 1023870 w 1598614"/>
                <a:gd name="connsiteY23" fmla="*/ 0 h 172939"/>
                <a:gd name="connsiteX24" fmla="*/ 1149488 w 1598614"/>
                <a:gd name="connsiteY24" fmla="*/ 80232 h 172939"/>
                <a:gd name="connsiteX25" fmla="*/ 1248433 w 1598614"/>
                <a:gd name="connsiteY25" fmla="*/ 143471 h 172939"/>
                <a:gd name="connsiteX26" fmla="*/ 1347379 w 1598614"/>
                <a:gd name="connsiteY26" fmla="*/ 80232 h 172939"/>
                <a:gd name="connsiteX27" fmla="*/ 1472997 w 1598614"/>
                <a:gd name="connsiteY27" fmla="*/ 0 h 172939"/>
                <a:gd name="connsiteX28" fmla="*/ 1598614 w 1598614"/>
                <a:gd name="connsiteY28" fmla="*/ 80232 h 172939"/>
                <a:gd name="connsiteX29" fmla="*/ 1571942 w 1598614"/>
                <a:gd name="connsiteY29" fmla="*/ 92708 h 172939"/>
                <a:gd name="connsiteX30" fmla="*/ 1472997 w 1598614"/>
                <a:gd name="connsiteY30" fmla="*/ 29469 h 172939"/>
                <a:gd name="connsiteX31" fmla="*/ 1374051 w 1598614"/>
                <a:gd name="connsiteY31" fmla="*/ 92708 h 172939"/>
                <a:gd name="connsiteX32" fmla="*/ 1248648 w 1598614"/>
                <a:gd name="connsiteY32" fmla="*/ 172939 h 1729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614" h="172939">
                  <a:moveTo>
                    <a:pt x="1248648" y="172939"/>
                  </a:moveTo>
                  <a:cubicBezTo>
                    <a:pt x="1194229" y="172939"/>
                    <a:pt x="1146046" y="142180"/>
                    <a:pt x="1123031" y="92708"/>
                  </a:cubicBezTo>
                  <a:cubicBezTo>
                    <a:pt x="1104962" y="53775"/>
                    <a:pt x="1067105" y="29469"/>
                    <a:pt x="1024085" y="29469"/>
                  </a:cubicBezTo>
                  <a:cubicBezTo>
                    <a:pt x="981066" y="29469"/>
                    <a:pt x="943208" y="53775"/>
                    <a:pt x="925140" y="92708"/>
                  </a:cubicBezTo>
                  <a:cubicBezTo>
                    <a:pt x="902124" y="142180"/>
                    <a:pt x="853942" y="172939"/>
                    <a:pt x="799522" y="172939"/>
                  </a:cubicBezTo>
                  <a:cubicBezTo>
                    <a:pt x="799522" y="172939"/>
                    <a:pt x="799522" y="172939"/>
                    <a:pt x="799522" y="172939"/>
                  </a:cubicBezTo>
                  <a:cubicBezTo>
                    <a:pt x="744887" y="172939"/>
                    <a:pt x="696920" y="142180"/>
                    <a:pt x="673905" y="92708"/>
                  </a:cubicBezTo>
                  <a:cubicBezTo>
                    <a:pt x="655836" y="53775"/>
                    <a:pt x="617979" y="29469"/>
                    <a:pt x="574959" y="29469"/>
                  </a:cubicBezTo>
                  <a:cubicBezTo>
                    <a:pt x="531939" y="29469"/>
                    <a:pt x="494082" y="53775"/>
                    <a:pt x="476014" y="92708"/>
                  </a:cubicBezTo>
                  <a:cubicBezTo>
                    <a:pt x="452998" y="142180"/>
                    <a:pt x="405031" y="172939"/>
                    <a:pt x="350396" y="172939"/>
                  </a:cubicBezTo>
                  <a:cubicBezTo>
                    <a:pt x="295976" y="172939"/>
                    <a:pt x="247794" y="142180"/>
                    <a:pt x="224778" y="92708"/>
                  </a:cubicBezTo>
                  <a:cubicBezTo>
                    <a:pt x="206710" y="53775"/>
                    <a:pt x="168853" y="29469"/>
                    <a:pt x="125833" y="29469"/>
                  </a:cubicBezTo>
                  <a:cubicBezTo>
                    <a:pt x="82813" y="29469"/>
                    <a:pt x="44956" y="53775"/>
                    <a:pt x="26887" y="92708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268" y="30759"/>
                    <a:pt x="969235" y="0"/>
                    <a:pt x="1023870" y="0"/>
                  </a:cubicBezTo>
                  <a:cubicBezTo>
                    <a:pt x="1078505" y="0"/>
                    <a:pt x="1126472" y="30759"/>
                    <a:pt x="1149488" y="80232"/>
                  </a:cubicBezTo>
                  <a:cubicBezTo>
                    <a:pt x="1167556" y="119165"/>
                    <a:pt x="1205414" y="143471"/>
                    <a:pt x="1248433" y="143471"/>
                  </a:cubicBezTo>
                  <a:cubicBezTo>
                    <a:pt x="1291453" y="143471"/>
                    <a:pt x="1329311" y="119165"/>
                    <a:pt x="1347379" y="80232"/>
                  </a:cubicBezTo>
                  <a:cubicBezTo>
                    <a:pt x="1370394" y="30759"/>
                    <a:pt x="1418361" y="0"/>
                    <a:pt x="1472997" y="0"/>
                  </a:cubicBezTo>
                  <a:cubicBezTo>
                    <a:pt x="1527632" y="0"/>
                    <a:pt x="1575814" y="30759"/>
                    <a:pt x="1598614" y="80232"/>
                  </a:cubicBezTo>
                  <a:lnTo>
                    <a:pt x="1571942" y="92708"/>
                  </a:lnTo>
                  <a:cubicBezTo>
                    <a:pt x="1553874" y="53775"/>
                    <a:pt x="1515801" y="29469"/>
                    <a:pt x="1472997" y="29469"/>
                  </a:cubicBezTo>
                  <a:cubicBezTo>
                    <a:pt x="1429977" y="29469"/>
                    <a:pt x="1392119" y="53775"/>
                    <a:pt x="1374051" y="92708"/>
                  </a:cubicBezTo>
                  <a:cubicBezTo>
                    <a:pt x="1351251" y="142180"/>
                    <a:pt x="1303069" y="172939"/>
                    <a:pt x="1248648" y="172939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6AA52F4F-14E6-402F-A196-668B9CA9BC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4802" y="1755501"/>
              <a:ext cx="1598829" cy="172724"/>
            </a:xfrm>
            <a:custGeom>
              <a:avLst/>
              <a:gdLst>
                <a:gd name="connsiteX0" fmla="*/ 1248648 w 1598829"/>
                <a:gd name="connsiteY0" fmla="*/ 172724 h 172724"/>
                <a:gd name="connsiteX1" fmla="*/ 1123031 w 1598829"/>
                <a:gd name="connsiteY1" fmla="*/ 92492 h 172724"/>
                <a:gd name="connsiteX2" fmla="*/ 1024085 w 1598829"/>
                <a:gd name="connsiteY2" fmla="*/ 29253 h 172724"/>
                <a:gd name="connsiteX3" fmla="*/ 925140 w 1598829"/>
                <a:gd name="connsiteY3" fmla="*/ 92492 h 172724"/>
                <a:gd name="connsiteX4" fmla="*/ 799522 w 1598829"/>
                <a:gd name="connsiteY4" fmla="*/ 172724 h 172724"/>
                <a:gd name="connsiteX5" fmla="*/ 799522 w 1598829"/>
                <a:gd name="connsiteY5" fmla="*/ 172724 h 172724"/>
                <a:gd name="connsiteX6" fmla="*/ 673905 w 1598829"/>
                <a:gd name="connsiteY6" fmla="*/ 92492 h 172724"/>
                <a:gd name="connsiteX7" fmla="*/ 574959 w 1598829"/>
                <a:gd name="connsiteY7" fmla="*/ 29253 h 172724"/>
                <a:gd name="connsiteX8" fmla="*/ 476014 w 1598829"/>
                <a:gd name="connsiteY8" fmla="*/ 92492 h 172724"/>
                <a:gd name="connsiteX9" fmla="*/ 350396 w 1598829"/>
                <a:gd name="connsiteY9" fmla="*/ 172724 h 172724"/>
                <a:gd name="connsiteX10" fmla="*/ 224778 w 1598829"/>
                <a:gd name="connsiteY10" fmla="*/ 92492 h 172724"/>
                <a:gd name="connsiteX11" fmla="*/ 125833 w 1598829"/>
                <a:gd name="connsiteY11" fmla="*/ 29253 h 172724"/>
                <a:gd name="connsiteX12" fmla="*/ 26887 w 1598829"/>
                <a:gd name="connsiteY12" fmla="*/ 92492 h 172724"/>
                <a:gd name="connsiteX13" fmla="*/ 0 w 1598829"/>
                <a:gd name="connsiteY13" fmla="*/ 80232 h 172724"/>
                <a:gd name="connsiteX14" fmla="*/ 125618 w 1598829"/>
                <a:gd name="connsiteY14" fmla="*/ 0 h 172724"/>
                <a:gd name="connsiteX15" fmla="*/ 251235 w 1598829"/>
                <a:gd name="connsiteY15" fmla="*/ 80232 h 172724"/>
                <a:gd name="connsiteX16" fmla="*/ 350181 w 1598829"/>
                <a:gd name="connsiteY16" fmla="*/ 143471 h 172724"/>
                <a:gd name="connsiteX17" fmla="*/ 449126 w 1598829"/>
                <a:gd name="connsiteY17" fmla="*/ 80232 h 172724"/>
                <a:gd name="connsiteX18" fmla="*/ 574744 w 1598829"/>
                <a:gd name="connsiteY18" fmla="*/ 0 h 172724"/>
                <a:gd name="connsiteX19" fmla="*/ 700362 w 1598829"/>
                <a:gd name="connsiteY19" fmla="*/ 80232 h 172724"/>
                <a:gd name="connsiteX20" fmla="*/ 799307 w 1598829"/>
                <a:gd name="connsiteY20" fmla="*/ 143471 h 172724"/>
                <a:gd name="connsiteX21" fmla="*/ 799307 w 1598829"/>
                <a:gd name="connsiteY21" fmla="*/ 143471 h 172724"/>
                <a:gd name="connsiteX22" fmla="*/ 898253 w 1598829"/>
                <a:gd name="connsiteY22" fmla="*/ 80232 h 172724"/>
                <a:gd name="connsiteX23" fmla="*/ 1024085 w 1598829"/>
                <a:gd name="connsiteY23" fmla="*/ 0 h 172724"/>
                <a:gd name="connsiteX24" fmla="*/ 1149703 w 1598829"/>
                <a:gd name="connsiteY24" fmla="*/ 80232 h 172724"/>
                <a:gd name="connsiteX25" fmla="*/ 1248648 w 1598829"/>
                <a:gd name="connsiteY25" fmla="*/ 143471 h 172724"/>
                <a:gd name="connsiteX26" fmla="*/ 1347594 w 1598829"/>
                <a:gd name="connsiteY26" fmla="*/ 80232 h 172724"/>
                <a:gd name="connsiteX27" fmla="*/ 1473212 w 1598829"/>
                <a:gd name="connsiteY27" fmla="*/ 0 h 172724"/>
                <a:gd name="connsiteX28" fmla="*/ 1598829 w 1598829"/>
                <a:gd name="connsiteY28" fmla="*/ 80232 h 172724"/>
                <a:gd name="connsiteX29" fmla="*/ 1572157 w 1598829"/>
                <a:gd name="connsiteY29" fmla="*/ 92492 h 172724"/>
                <a:gd name="connsiteX30" fmla="*/ 1473212 w 1598829"/>
                <a:gd name="connsiteY30" fmla="*/ 29253 h 172724"/>
                <a:gd name="connsiteX31" fmla="*/ 1374266 w 1598829"/>
                <a:gd name="connsiteY31" fmla="*/ 92492 h 172724"/>
                <a:gd name="connsiteX32" fmla="*/ 1248648 w 1598829"/>
                <a:gd name="connsiteY32" fmla="*/ 172724 h 1727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598829" h="172724">
                  <a:moveTo>
                    <a:pt x="1248648" y="172724"/>
                  </a:moveTo>
                  <a:cubicBezTo>
                    <a:pt x="1194229" y="172724"/>
                    <a:pt x="1146046" y="141965"/>
                    <a:pt x="1123031" y="92492"/>
                  </a:cubicBezTo>
                  <a:cubicBezTo>
                    <a:pt x="1104962" y="53560"/>
                    <a:pt x="1067105" y="29253"/>
                    <a:pt x="1024085" y="29253"/>
                  </a:cubicBezTo>
                  <a:cubicBezTo>
                    <a:pt x="981066" y="29253"/>
                    <a:pt x="943208" y="53560"/>
                    <a:pt x="925140" y="92492"/>
                  </a:cubicBezTo>
                  <a:cubicBezTo>
                    <a:pt x="902124" y="141965"/>
                    <a:pt x="853942" y="172724"/>
                    <a:pt x="799522" y="172724"/>
                  </a:cubicBezTo>
                  <a:cubicBezTo>
                    <a:pt x="799522" y="172724"/>
                    <a:pt x="799522" y="172724"/>
                    <a:pt x="799522" y="172724"/>
                  </a:cubicBezTo>
                  <a:cubicBezTo>
                    <a:pt x="744887" y="172724"/>
                    <a:pt x="696920" y="141965"/>
                    <a:pt x="673905" y="92492"/>
                  </a:cubicBezTo>
                  <a:cubicBezTo>
                    <a:pt x="655836" y="53560"/>
                    <a:pt x="617979" y="29253"/>
                    <a:pt x="574959" y="29253"/>
                  </a:cubicBezTo>
                  <a:cubicBezTo>
                    <a:pt x="531939" y="29253"/>
                    <a:pt x="494082" y="53560"/>
                    <a:pt x="476014" y="92492"/>
                  </a:cubicBezTo>
                  <a:cubicBezTo>
                    <a:pt x="452998" y="141965"/>
                    <a:pt x="405031" y="172724"/>
                    <a:pt x="350396" y="172724"/>
                  </a:cubicBezTo>
                  <a:cubicBezTo>
                    <a:pt x="295976" y="172724"/>
                    <a:pt x="247794" y="141965"/>
                    <a:pt x="224778" y="92492"/>
                  </a:cubicBezTo>
                  <a:cubicBezTo>
                    <a:pt x="206710" y="53560"/>
                    <a:pt x="168853" y="29253"/>
                    <a:pt x="125833" y="29253"/>
                  </a:cubicBezTo>
                  <a:cubicBezTo>
                    <a:pt x="82813" y="29253"/>
                    <a:pt x="44956" y="53560"/>
                    <a:pt x="26887" y="92492"/>
                  </a:cubicBezTo>
                  <a:lnTo>
                    <a:pt x="0" y="80232"/>
                  </a:lnTo>
                  <a:cubicBezTo>
                    <a:pt x="23016" y="30759"/>
                    <a:pt x="70983" y="0"/>
                    <a:pt x="125618" y="0"/>
                  </a:cubicBezTo>
                  <a:cubicBezTo>
                    <a:pt x="180253" y="0"/>
                    <a:pt x="228220" y="30759"/>
                    <a:pt x="251235" y="80232"/>
                  </a:cubicBezTo>
                  <a:cubicBezTo>
                    <a:pt x="269304" y="119165"/>
                    <a:pt x="307376" y="143471"/>
                    <a:pt x="350181" y="143471"/>
                  </a:cubicBezTo>
                  <a:cubicBezTo>
                    <a:pt x="393201" y="143471"/>
                    <a:pt x="431058" y="119165"/>
                    <a:pt x="449126" y="80232"/>
                  </a:cubicBezTo>
                  <a:cubicBezTo>
                    <a:pt x="472142" y="30759"/>
                    <a:pt x="520324" y="0"/>
                    <a:pt x="574744" y="0"/>
                  </a:cubicBezTo>
                  <a:cubicBezTo>
                    <a:pt x="629164" y="0"/>
                    <a:pt x="677346" y="30759"/>
                    <a:pt x="700362" y="80232"/>
                  </a:cubicBezTo>
                  <a:cubicBezTo>
                    <a:pt x="718430" y="119165"/>
                    <a:pt x="756287" y="143471"/>
                    <a:pt x="799307" y="143471"/>
                  </a:cubicBezTo>
                  <a:lnTo>
                    <a:pt x="799307" y="143471"/>
                  </a:lnTo>
                  <a:cubicBezTo>
                    <a:pt x="842327" y="143471"/>
                    <a:pt x="880184" y="119165"/>
                    <a:pt x="898253" y="80232"/>
                  </a:cubicBezTo>
                  <a:cubicBezTo>
                    <a:pt x="921483" y="30759"/>
                    <a:pt x="969450" y="0"/>
                    <a:pt x="1024085" y="0"/>
                  </a:cubicBezTo>
                  <a:cubicBezTo>
                    <a:pt x="1078720" y="0"/>
                    <a:pt x="1126688" y="30759"/>
                    <a:pt x="1149703" y="80232"/>
                  </a:cubicBezTo>
                  <a:cubicBezTo>
                    <a:pt x="1167771" y="119165"/>
                    <a:pt x="1205629" y="143471"/>
                    <a:pt x="1248648" y="143471"/>
                  </a:cubicBezTo>
                  <a:cubicBezTo>
                    <a:pt x="1291668" y="143471"/>
                    <a:pt x="1329526" y="119165"/>
                    <a:pt x="1347594" y="80232"/>
                  </a:cubicBezTo>
                  <a:cubicBezTo>
                    <a:pt x="1370610" y="30759"/>
                    <a:pt x="1418792" y="0"/>
                    <a:pt x="1473212" y="0"/>
                  </a:cubicBezTo>
                  <a:cubicBezTo>
                    <a:pt x="1527847" y="0"/>
                    <a:pt x="1576029" y="30759"/>
                    <a:pt x="1598829" y="80232"/>
                  </a:cubicBezTo>
                  <a:lnTo>
                    <a:pt x="1572157" y="92492"/>
                  </a:lnTo>
                  <a:cubicBezTo>
                    <a:pt x="1554089" y="53560"/>
                    <a:pt x="1516016" y="29253"/>
                    <a:pt x="1473212" y="29253"/>
                  </a:cubicBezTo>
                  <a:cubicBezTo>
                    <a:pt x="1430192" y="29253"/>
                    <a:pt x="1392335" y="53560"/>
                    <a:pt x="1374266" y="92492"/>
                  </a:cubicBezTo>
                  <a:cubicBezTo>
                    <a:pt x="1351251" y="141965"/>
                    <a:pt x="1303069" y="172724"/>
                    <a:pt x="1248648" y="172724"/>
                  </a:cubicBezTo>
                  <a:close/>
                </a:path>
              </a:pathLst>
            </a:custGeom>
            <a:grpFill/>
            <a:ln w="2149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C10FB9CA-E7FA-462C-B537-F1224ED1AC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rgbClr val="FFFFFF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8469AE7-A75B-4F37-850B-EF5974ABED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719820" y="4236107"/>
            <a:ext cx="510988" cy="510988"/>
          </a:xfrm>
          <a:prstGeom prst="ellipse">
            <a:avLst/>
          </a:prstGeom>
          <a:solidFill>
            <a:schemeClr val="accent2">
              <a:alpha val="30000"/>
            </a:schemeClr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grpSp>
        <p:nvGrpSpPr>
          <p:cNvPr id="28" name="Graphic 4">
            <a:extLst>
              <a:ext uri="{FF2B5EF4-FFF2-40B4-BE49-F238E27FC236}">
                <a16:creationId xmlns:a16="http://schemas.microsoft.com/office/drawing/2014/main" id="{63301095-70B2-49AA-8DA9-A35629AD62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597506" y="4175798"/>
            <a:ext cx="1861486" cy="1861665"/>
            <a:chOff x="5734053" y="3067000"/>
            <a:chExt cx="724484" cy="724549"/>
          </a:xfrm>
          <a:solidFill>
            <a:schemeClr val="bg1"/>
          </a:solidFill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D218E08C-0BEA-45C2-8C09-4141DDDA0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067000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232F6090-14E0-44C6-B9FC-C91047BCDC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FDB9402B-335C-4892-9E7C-C400E95BE0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7A4371D-4448-409A-93F3-0C92E3EBD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780149CB-4B8F-4FD1-AC5E-25670C9EA0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92D49A1A-35B0-4620-9D1E-A782A0E978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AFF46F08-B1E4-44C1-BD4A-4191D6EAD9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DB16610-3D81-4E5C-850D-5D1245C0DC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26244"/>
              <a:ext cx="14192" cy="14097"/>
            </a:xfrm>
            <a:custGeom>
              <a:avLst/>
              <a:gdLst>
                <a:gd name="connsiteX0" fmla="*/ 14192 w 14192"/>
                <a:gd name="connsiteY0" fmla="*/ 7049 h 14097"/>
                <a:gd name="connsiteX1" fmla="*/ 7144 w 14192"/>
                <a:gd name="connsiteY1" fmla="*/ 14097 h 14097"/>
                <a:gd name="connsiteX2" fmla="*/ 0 w 14192"/>
                <a:gd name="connsiteY2" fmla="*/ 7049 h 14097"/>
                <a:gd name="connsiteX3" fmla="*/ 7049 w 14192"/>
                <a:gd name="connsiteY3" fmla="*/ 0 h 14097"/>
                <a:gd name="connsiteX4" fmla="*/ 14192 w 14192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05501B2-83AC-4299-BE5A-8CA16B408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26242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07CF1B90-3B3A-403E-A94F-8B82945D07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56A1CBA9-4AC1-4C42-9429-3FF31DF282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21318D9B-FD39-402A-ADFA-0E6CC789A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333FB08F-B346-47C0-A7CD-1DE53E6C0D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126244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8 w 14097"/>
                <a:gd name="connsiteY1" fmla="*/ 14097 h 14097"/>
                <a:gd name="connsiteX2" fmla="*/ 0 w 14097"/>
                <a:gd name="connsiteY2" fmla="*/ 7049 h 14097"/>
                <a:gd name="connsiteX3" fmla="*/ 7048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893AD6F2-6408-4A8E-9749-CB7388EF3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26242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715D9D2F-1568-4BE3-A54A-69F52492B0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185393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9AB547A7-0D80-491F-98B4-C6B7CC4FC4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E2693CD-DAF5-4B26-9A2F-17673BF3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A96EEE12-952A-4693-B161-D7071D6010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F4228DCC-1611-4BDC-90AA-231F67EB1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DA163C3C-D3DF-461F-B6A8-90C7C227D1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185393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4D021D29-2980-41C3-AB83-DA93C105B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18539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AC09C1FA-1A9D-49A7-9D73-8B777140A30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244637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0B8D8CD4-7B9B-48A5-BC59-0CB859354F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24463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224D0A27-A8B0-4020-9399-24127726E6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168E8EBA-9F8C-4650-B9BE-38A0A56BC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A460BB3-2605-4AA2-AE1D-B9FB61EBF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1E2E38EE-DBBE-4CC1-9498-E7193E1B28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2446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BF191D5C-7D2A-4408-A8F2-389D2360F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24463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08F7193B-B379-4921-9F17-1841D50611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03786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B4C5E53C-6003-4F74-B1CA-C7EA1E49930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CB97B2B1-1CF5-46A5-940D-AB8F57F590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0783F4F1-D8CE-4453-B79B-AD976E272C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06A7A4C9-F24F-4F00-A2FA-29E788A091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B694A32-59D6-46E3-8CE4-E4C485C2CB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3" name="Freeform: Shape 62">
              <a:extLst>
                <a:ext uri="{FF2B5EF4-FFF2-40B4-BE49-F238E27FC236}">
                  <a16:creationId xmlns:a16="http://schemas.microsoft.com/office/drawing/2014/main" id="{983EBB4C-28FF-41C6-90D6-5F30FC0868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4" name="Freeform: Shape 63">
              <a:extLst>
                <a:ext uri="{FF2B5EF4-FFF2-40B4-BE49-F238E27FC236}">
                  <a16:creationId xmlns:a16="http://schemas.microsoft.com/office/drawing/2014/main" id="{0707659D-8AE9-49B5-AB29-ECC099F495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363031"/>
              <a:ext cx="14192" cy="14097"/>
            </a:xfrm>
            <a:custGeom>
              <a:avLst/>
              <a:gdLst>
                <a:gd name="connsiteX0" fmla="*/ 14192 w 14192"/>
                <a:gd name="connsiteY0" fmla="*/ 7048 h 14097"/>
                <a:gd name="connsiteX1" fmla="*/ 7144 w 14192"/>
                <a:gd name="connsiteY1" fmla="*/ 14097 h 14097"/>
                <a:gd name="connsiteX2" fmla="*/ 0 w 14192"/>
                <a:gd name="connsiteY2" fmla="*/ 7048 h 14097"/>
                <a:gd name="connsiteX3" fmla="*/ 7049 w 14192"/>
                <a:gd name="connsiteY3" fmla="*/ 0 h 14097"/>
                <a:gd name="connsiteX4" fmla="*/ 14192 w 14192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7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C987ECC-9573-46EA-9C4A-7C3CAE3938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363029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4DAF6708-18C2-4082-B024-6CEA32AE01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72CBB5AE-39E2-4D9B-A834-64D31B0032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67">
              <a:extLst>
                <a:ext uri="{FF2B5EF4-FFF2-40B4-BE49-F238E27FC236}">
                  <a16:creationId xmlns:a16="http://schemas.microsoft.com/office/drawing/2014/main" id="{4592DE98-77BF-4E8E-AEB4-1934207BAE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68">
              <a:extLst>
                <a:ext uri="{FF2B5EF4-FFF2-40B4-BE49-F238E27FC236}">
                  <a16:creationId xmlns:a16="http://schemas.microsoft.com/office/drawing/2014/main" id="{5AF5D9A0-BA94-4D2B-8479-26C55355B6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363031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8 w 14097"/>
                <a:gd name="connsiteY1" fmla="*/ 14097 h 14097"/>
                <a:gd name="connsiteX2" fmla="*/ 0 w 14097"/>
                <a:gd name="connsiteY2" fmla="*/ 7048 h 14097"/>
                <a:gd name="connsiteX3" fmla="*/ 7048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0" name="Freeform: Shape 69">
              <a:extLst>
                <a:ext uri="{FF2B5EF4-FFF2-40B4-BE49-F238E27FC236}">
                  <a16:creationId xmlns:a16="http://schemas.microsoft.com/office/drawing/2014/main" id="{2CAA6A8E-7ACF-4EF7-AAD6-734A009DCF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363029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1" name="Freeform: Shape 70">
              <a:extLst>
                <a:ext uri="{FF2B5EF4-FFF2-40B4-BE49-F238E27FC236}">
                  <a16:creationId xmlns:a16="http://schemas.microsoft.com/office/drawing/2014/main" id="{D3DD3695-F212-4BAD-BBB3-EC1F624740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22181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2" name="Freeform: Shape 71">
              <a:extLst>
                <a:ext uri="{FF2B5EF4-FFF2-40B4-BE49-F238E27FC236}">
                  <a16:creationId xmlns:a16="http://schemas.microsoft.com/office/drawing/2014/main" id="{AB1B3ECB-7594-4C5C-B62B-E686C0A89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5EE54C3C-D9E5-4782-B8F6-058EB2D63E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EAE78EEE-DC43-44E1-AB47-ACB80F94B1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847D67EF-1141-4582-866E-FE02FB2360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99ECC931-60A1-4628-A34B-4B68DA3CC2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4221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A587D2BE-3417-44AE-BEEF-57F88CECB4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CEB2ED3-A08D-4286-B75D-893289F3F3D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06700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6953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C7DB7BB-8173-4377-85B0-032B7BDAB6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93EF69B4-3F48-4509-8BF8-926E23BC1D5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9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C1A86650-1EF5-46E3-885D-96985105A8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47EBBDE2-BD90-481F-A671-34E2186FB0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6953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048" y="0"/>
                    <a:pt x="6953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87DAF1CB-838D-4C5C-8FB7-76BF677FEB0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067000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64573DA8-D2F3-4644-AC79-83843615C4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26241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41AB53B8-0D5C-44BD-A2A9-ABBF659E1F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29B7FA60-B453-4877-8D47-CA1209DF91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7A6D2414-BCCC-40E8-B990-47642EFE96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26241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B0F37C2B-B7E6-420D-AD39-3AE4A2FBE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2624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F6417E45-D7FC-40B8-AD49-941B28D18C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26242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2A8D1963-0C59-476C-AAFA-A7AF4FF508F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18539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6BE777A9-EC29-46FC-AD21-AC7FD89B13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C63BA1CE-93FB-42C7-8381-765E500232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7F30F275-ADC8-4FD1-8B4B-673B37517B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DB20529C-F2DD-4607-8DEE-19A932968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18539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B8029A9A-DFF9-49CE-8CEE-95A6695F39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185391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6822C2EC-B05D-4CE6-9D59-164769D0E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244634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53A0760F-F576-4A97-94AF-8BBE590844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CA76721C-646A-4910-AD1A-BE6B67767C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9" name="Freeform: Shape 98">
              <a:extLst>
                <a:ext uri="{FF2B5EF4-FFF2-40B4-BE49-F238E27FC236}">
                  <a16:creationId xmlns:a16="http://schemas.microsoft.com/office/drawing/2014/main" id="{065D4766-CAEC-4074-A9E2-6110A12389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4F1A0AC6-319D-49D8-A4FB-17A70E8E89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24463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: Shape 100">
              <a:extLst>
                <a:ext uri="{FF2B5EF4-FFF2-40B4-BE49-F238E27FC236}">
                  <a16:creationId xmlns:a16="http://schemas.microsoft.com/office/drawing/2014/main" id="{79502B48-2B92-45BF-B9AC-1102B38078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24463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6363AFA7-321F-431C-B2FD-ADCB4D24B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03786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: Shape 102">
              <a:extLst>
                <a:ext uri="{FF2B5EF4-FFF2-40B4-BE49-F238E27FC236}">
                  <a16:creationId xmlns:a16="http://schemas.microsoft.com/office/drawing/2014/main" id="{33EDDE1B-7379-4973-8CFD-F3C737104D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: Shape 103">
              <a:extLst>
                <a:ext uri="{FF2B5EF4-FFF2-40B4-BE49-F238E27FC236}">
                  <a16:creationId xmlns:a16="http://schemas.microsoft.com/office/drawing/2014/main" id="{1F20B58A-2DB8-46B2-9E93-9C8C817DCD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104">
              <a:extLst>
                <a:ext uri="{FF2B5EF4-FFF2-40B4-BE49-F238E27FC236}">
                  <a16:creationId xmlns:a16="http://schemas.microsoft.com/office/drawing/2014/main" id="{A5A3EF12-3DA1-4505-A44B-1B96348873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105">
              <a:extLst>
                <a:ext uri="{FF2B5EF4-FFF2-40B4-BE49-F238E27FC236}">
                  <a16:creationId xmlns:a16="http://schemas.microsoft.com/office/drawing/2014/main" id="{5B08812B-9264-47E7-8EC8-1233869F6B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037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106">
              <a:extLst>
                <a:ext uri="{FF2B5EF4-FFF2-40B4-BE49-F238E27FC236}">
                  <a16:creationId xmlns:a16="http://schemas.microsoft.com/office/drawing/2014/main" id="{2A29F226-A243-410B-BEE4-EBA9DD76F8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0378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: Shape 107">
              <a:extLst>
                <a:ext uri="{FF2B5EF4-FFF2-40B4-BE49-F238E27FC236}">
                  <a16:creationId xmlns:a16="http://schemas.microsoft.com/office/drawing/2014/main" id="{9DF57348-F837-475C-A7AA-3C7210041E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363028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: Shape 108">
              <a:extLst>
                <a:ext uri="{FF2B5EF4-FFF2-40B4-BE49-F238E27FC236}">
                  <a16:creationId xmlns:a16="http://schemas.microsoft.com/office/drawing/2014/main" id="{1E41B89A-9A45-4947-ADB0-9400400498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109">
              <a:extLst>
                <a:ext uri="{FF2B5EF4-FFF2-40B4-BE49-F238E27FC236}">
                  <a16:creationId xmlns:a16="http://schemas.microsoft.com/office/drawing/2014/main" id="{6C1F1525-32BC-46E1-84E6-C2BB88730B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C73A8972-BA44-40C6-B045-83E78C4D4A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363028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C196E956-03D1-4F79-826A-A2F5E3DEF1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363027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ADA7B07B-EAC8-4FA5-B14F-3ABF8BA7A2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363029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93C28672-FF9E-4FE0-AC47-2FDD26CD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87" y="3422179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5" name="Freeform: Shape 114">
              <a:extLst>
                <a:ext uri="{FF2B5EF4-FFF2-40B4-BE49-F238E27FC236}">
                  <a16:creationId xmlns:a16="http://schemas.microsoft.com/office/drawing/2014/main" id="{E347BAB3-EA9C-4ADD-AE5E-28F2E3C538A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38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6" name="Freeform: Shape 115">
              <a:extLst>
                <a:ext uri="{FF2B5EF4-FFF2-40B4-BE49-F238E27FC236}">
                  <a16:creationId xmlns:a16="http://schemas.microsoft.com/office/drawing/2014/main" id="{321920C4-EE31-4F03-A0D5-A280D3F4B1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83" y="34221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7" name="Freeform: Shape 116">
              <a:extLst>
                <a:ext uri="{FF2B5EF4-FFF2-40B4-BE49-F238E27FC236}">
                  <a16:creationId xmlns:a16="http://schemas.microsoft.com/office/drawing/2014/main" id="{6EBB3D05-4C78-4F10-8D03-8909DBCFB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33" y="342217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8" name="Freeform: Shape 117">
              <a:extLst>
                <a:ext uri="{FF2B5EF4-FFF2-40B4-BE49-F238E27FC236}">
                  <a16:creationId xmlns:a16="http://schemas.microsoft.com/office/drawing/2014/main" id="{FC65F531-84E4-463F-8791-EB6EDFA63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79" y="342218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9" name="Freeform: Shape 118">
              <a:extLst>
                <a:ext uri="{FF2B5EF4-FFF2-40B4-BE49-F238E27FC236}">
                  <a16:creationId xmlns:a16="http://schemas.microsoft.com/office/drawing/2014/main" id="{A63BB6A3-D482-43F2-9F5F-20E163CC44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9" y="34221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0" name="Freeform: Shape 119">
              <a:extLst>
                <a:ext uri="{FF2B5EF4-FFF2-40B4-BE49-F238E27FC236}">
                  <a16:creationId xmlns:a16="http://schemas.microsoft.com/office/drawing/2014/main" id="{ABDCCD34-EB5D-4194-8A28-1424E98AE45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481330"/>
              <a:ext cx="14192" cy="14096"/>
            </a:xfrm>
            <a:custGeom>
              <a:avLst/>
              <a:gdLst>
                <a:gd name="connsiteX0" fmla="*/ 14192 w 14192"/>
                <a:gd name="connsiteY0" fmla="*/ 7049 h 14096"/>
                <a:gd name="connsiteX1" fmla="*/ 7144 w 14192"/>
                <a:gd name="connsiteY1" fmla="*/ 14097 h 14096"/>
                <a:gd name="connsiteX2" fmla="*/ 0 w 14192"/>
                <a:gd name="connsiteY2" fmla="*/ 7049 h 14096"/>
                <a:gd name="connsiteX3" fmla="*/ 7049 w 14192"/>
                <a:gd name="connsiteY3" fmla="*/ 0 h 14096"/>
                <a:gd name="connsiteX4" fmla="*/ 14192 w 14192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9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1049"/>
                    <a:pt x="0" y="7049"/>
                  </a:cubicBezTo>
                  <a:cubicBezTo>
                    <a:pt x="0" y="3048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120">
              <a:extLst>
                <a:ext uri="{FF2B5EF4-FFF2-40B4-BE49-F238E27FC236}">
                  <a16:creationId xmlns:a16="http://schemas.microsoft.com/office/drawing/2014/main" id="{F058544E-163D-4FFF-9A69-0B3A3F2D66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121">
              <a:extLst>
                <a:ext uri="{FF2B5EF4-FFF2-40B4-BE49-F238E27FC236}">
                  <a16:creationId xmlns:a16="http://schemas.microsoft.com/office/drawing/2014/main" id="{11041486-0577-4F0E-8DD5-5E20E26729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122">
              <a:extLst>
                <a:ext uri="{FF2B5EF4-FFF2-40B4-BE49-F238E27FC236}">
                  <a16:creationId xmlns:a16="http://schemas.microsoft.com/office/drawing/2014/main" id="{71D11099-C84E-43AC-9F20-92460E1708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123">
              <a:extLst>
                <a:ext uri="{FF2B5EF4-FFF2-40B4-BE49-F238E27FC236}">
                  <a16:creationId xmlns:a16="http://schemas.microsoft.com/office/drawing/2014/main" id="{E598FB87-8AFF-4C56-9E2C-776F4641E9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124">
              <a:extLst>
                <a:ext uri="{FF2B5EF4-FFF2-40B4-BE49-F238E27FC236}">
                  <a16:creationId xmlns:a16="http://schemas.microsoft.com/office/drawing/2014/main" id="{7701E761-16DE-4350-9718-DD81B37FB9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481330"/>
              <a:ext cx="14097" cy="14097"/>
            </a:xfrm>
            <a:custGeom>
              <a:avLst/>
              <a:gdLst>
                <a:gd name="connsiteX0" fmla="*/ 14097 w 14097"/>
                <a:gd name="connsiteY0" fmla="*/ 7049 h 14097"/>
                <a:gd name="connsiteX1" fmla="*/ 7049 w 14097"/>
                <a:gd name="connsiteY1" fmla="*/ 14097 h 14097"/>
                <a:gd name="connsiteX2" fmla="*/ 0 w 14097"/>
                <a:gd name="connsiteY2" fmla="*/ 7049 h 14097"/>
                <a:gd name="connsiteX3" fmla="*/ 7049 w 14097"/>
                <a:gd name="connsiteY3" fmla="*/ 0 h 14097"/>
                <a:gd name="connsiteX4" fmla="*/ 14097 w 14097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125">
              <a:extLst>
                <a:ext uri="{FF2B5EF4-FFF2-40B4-BE49-F238E27FC236}">
                  <a16:creationId xmlns:a16="http://schemas.microsoft.com/office/drawing/2014/main" id="{552E747F-E415-4348-A11A-4CABCB64B5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126">
              <a:extLst>
                <a:ext uri="{FF2B5EF4-FFF2-40B4-BE49-F238E27FC236}">
                  <a16:creationId xmlns:a16="http://schemas.microsoft.com/office/drawing/2014/main" id="{C6472F13-E6DE-4469-9563-F478261B6E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4057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127">
              <a:extLst>
                <a:ext uri="{FF2B5EF4-FFF2-40B4-BE49-F238E27FC236}">
                  <a16:creationId xmlns:a16="http://schemas.microsoft.com/office/drawing/2014/main" id="{5C72FE15-910B-4622-A14C-AFA2DFCC02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128">
              <a:extLst>
                <a:ext uri="{FF2B5EF4-FFF2-40B4-BE49-F238E27FC236}">
                  <a16:creationId xmlns:a16="http://schemas.microsoft.com/office/drawing/2014/main" id="{BAB8F759-DEFA-4D35-B76E-6D3034FB77D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129">
              <a:extLst>
                <a:ext uri="{FF2B5EF4-FFF2-40B4-BE49-F238E27FC236}">
                  <a16:creationId xmlns:a16="http://schemas.microsoft.com/office/drawing/2014/main" id="{A1BBCEBD-DCE2-4354-B878-49ABEC3679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130">
              <a:extLst>
                <a:ext uri="{FF2B5EF4-FFF2-40B4-BE49-F238E27FC236}">
                  <a16:creationId xmlns:a16="http://schemas.microsoft.com/office/drawing/2014/main" id="{2CBB3A18-0021-403F-8E24-8805829B4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131">
              <a:extLst>
                <a:ext uri="{FF2B5EF4-FFF2-40B4-BE49-F238E27FC236}">
                  <a16:creationId xmlns:a16="http://schemas.microsoft.com/office/drawing/2014/main" id="{8FDF7AAC-1EC6-4409-90AB-DBB984883D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2" y="3540575"/>
              <a:ext cx="14097" cy="14097"/>
            </a:xfrm>
            <a:custGeom>
              <a:avLst/>
              <a:gdLst>
                <a:gd name="connsiteX0" fmla="*/ 14097 w 14097"/>
                <a:gd name="connsiteY0" fmla="*/ 7048 h 14097"/>
                <a:gd name="connsiteX1" fmla="*/ 7049 w 14097"/>
                <a:gd name="connsiteY1" fmla="*/ 14097 h 14097"/>
                <a:gd name="connsiteX2" fmla="*/ 0 w 14097"/>
                <a:gd name="connsiteY2" fmla="*/ 7048 h 14097"/>
                <a:gd name="connsiteX3" fmla="*/ 7049 w 14097"/>
                <a:gd name="connsiteY3" fmla="*/ 0 h 14097"/>
                <a:gd name="connsiteX4" fmla="*/ 14097 w 14097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132">
              <a:extLst>
                <a:ext uri="{FF2B5EF4-FFF2-40B4-BE49-F238E27FC236}">
                  <a16:creationId xmlns:a16="http://schemas.microsoft.com/office/drawing/2014/main" id="{5B9999E8-7D25-4049-8328-685B556DC65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4057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133">
              <a:extLst>
                <a:ext uri="{FF2B5EF4-FFF2-40B4-BE49-F238E27FC236}">
                  <a16:creationId xmlns:a16="http://schemas.microsoft.com/office/drawing/2014/main" id="{E77FC8A9-DEAE-424D-B460-12E0F3268D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599725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5" name="Freeform: Shape 134">
              <a:extLst>
                <a:ext uri="{FF2B5EF4-FFF2-40B4-BE49-F238E27FC236}">
                  <a16:creationId xmlns:a16="http://schemas.microsoft.com/office/drawing/2014/main" id="{54F9C69A-0DCF-444A-B970-32B4120483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6" name="Freeform: Shape 135">
              <a:extLst>
                <a:ext uri="{FF2B5EF4-FFF2-40B4-BE49-F238E27FC236}">
                  <a16:creationId xmlns:a16="http://schemas.microsoft.com/office/drawing/2014/main" id="{8BD94DDA-54FF-48EE-9DAC-C0EA6F91D4A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7" name="Freeform: Shape 136">
              <a:extLst>
                <a:ext uri="{FF2B5EF4-FFF2-40B4-BE49-F238E27FC236}">
                  <a16:creationId xmlns:a16="http://schemas.microsoft.com/office/drawing/2014/main" id="{E18A6989-0132-4CB7-BB68-EEBC4E0806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8" name="Freeform: Shape 137">
              <a:extLst>
                <a:ext uri="{FF2B5EF4-FFF2-40B4-BE49-F238E27FC236}">
                  <a16:creationId xmlns:a16="http://schemas.microsoft.com/office/drawing/2014/main" id="{A1357332-D19F-4C2B-B474-21D5539B90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9" name="Freeform: Shape 138">
              <a:extLst>
                <a:ext uri="{FF2B5EF4-FFF2-40B4-BE49-F238E27FC236}">
                  <a16:creationId xmlns:a16="http://schemas.microsoft.com/office/drawing/2014/main" id="{295C7590-8B80-428C-95A9-638B265425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599725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0" name="Freeform: Shape 139">
              <a:extLst>
                <a:ext uri="{FF2B5EF4-FFF2-40B4-BE49-F238E27FC236}">
                  <a16:creationId xmlns:a16="http://schemas.microsoft.com/office/drawing/2014/main" id="{CA0E8A31-7520-4726-9D96-43BA87407E0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59972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1" name="Freeform: Shape 140">
              <a:extLst>
                <a:ext uri="{FF2B5EF4-FFF2-40B4-BE49-F238E27FC236}">
                  <a16:creationId xmlns:a16="http://schemas.microsoft.com/office/drawing/2014/main" id="{9407EEE0-5D8E-4CCC-A91B-0CB523227C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3" y="365896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2" name="Freeform: Shape 141">
              <a:extLst>
                <a:ext uri="{FF2B5EF4-FFF2-40B4-BE49-F238E27FC236}">
                  <a16:creationId xmlns:a16="http://schemas.microsoft.com/office/drawing/2014/main" id="{3799DFCC-868B-4257-B530-8E8D616CC5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299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3" name="Freeform: Shape 142">
              <a:extLst>
                <a:ext uri="{FF2B5EF4-FFF2-40B4-BE49-F238E27FC236}">
                  <a16:creationId xmlns:a16="http://schemas.microsoft.com/office/drawing/2014/main" id="{F7F5EEB5-FE82-45A8-97C4-88460ABAFB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49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4" name="Freeform: Shape 143">
              <a:extLst>
                <a:ext uri="{FF2B5EF4-FFF2-40B4-BE49-F238E27FC236}">
                  <a16:creationId xmlns:a16="http://schemas.microsoft.com/office/drawing/2014/main" id="{CD76E4C7-EB07-499D-9BC3-FF39C8B613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5" name="Freeform: Shape 144">
              <a:extLst>
                <a:ext uri="{FF2B5EF4-FFF2-40B4-BE49-F238E27FC236}">
                  <a16:creationId xmlns:a16="http://schemas.microsoft.com/office/drawing/2014/main" id="{86EFDF8D-E5F7-4EB8-B8DA-3CC7E21D88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5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6" name="Freeform: Shape 145">
              <a:extLst>
                <a:ext uri="{FF2B5EF4-FFF2-40B4-BE49-F238E27FC236}">
                  <a16:creationId xmlns:a16="http://schemas.microsoft.com/office/drawing/2014/main" id="{2CA6506B-EACA-4FB2-81AB-E028F44786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0" y="365896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7" name="Freeform: Shape 146">
              <a:extLst>
                <a:ext uri="{FF2B5EF4-FFF2-40B4-BE49-F238E27FC236}">
                  <a16:creationId xmlns:a16="http://schemas.microsoft.com/office/drawing/2014/main" id="{193E4771-2787-4901-93D8-7E90F3F479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65896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8" name="Freeform: Shape 147">
              <a:extLst>
                <a:ext uri="{FF2B5EF4-FFF2-40B4-BE49-F238E27FC236}">
                  <a16:creationId xmlns:a16="http://schemas.microsoft.com/office/drawing/2014/main" id="{0EA31773-15F1-4605-8787-6891ABB21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5" y="3718118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9" name="Freeform: Shape 148">
              <a:extLst>
                <a:ext uri="{FF2B5EF4-FFF2-40B4-BE49-F238E27FC236}">
                  <a16:creationId xmlns:a16="http://schemas.microsoft.com/office/drawing/2014/main" id="{1302C213-2CD5-4168-9534-111E6E81A8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0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0" name="Freeform: Shape 149">
              <a:extLst>
                <a:ext uri="{FF2B5EF4-FFF2-40B4-BE49-F238E27FC236}">
                  <a16:creationId xmlns:a16="http://schemas.microsoft.com/office/drawing/2014/main" id="{B9B36C24-2336-41FD-BAC4-6CD69DFD55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0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CA3AFAFE-D376-4A7B-928B-833531472D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69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2" name="Freeform: Shape 151">
              <a:extLst>
                <a:ext uri="{FF2B5EF4-FFF2-40B4-BE49-F238E27FC236}">
                  <a16:creationId xmlns:a16="http://schemas.microsoft.com/office/drawing/2014/main" id="{7C685A00-A4F7-4250-BAAA-70978DADE4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46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3" name="Freeform: Shape 152">
              <a:extLst>
                <a:ext uri="{FF2B5EF4-FFF2-40B4-BE49-F238E27FC236}">
                  <a16:creationId xmlns:a16="http://schemas.microsoft.com/office/drawing/2014/main" id="{E52682F3-EDD5-4BDC-BB19-A4540873A8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091" y="371811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8 w 14097"/>
                <a:gd name="connsiteY1" fmla="*/ 14097 h 14096"/>
                <a:gd name="connsiteX2" fmla="*/ 0 w 14097"/>
                <a:gd name="connsiteY2" fmla="*/ 7048 h 14096"/>
                <a:gd name="connsiteX3" fmla="*/ 7048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4" name="Freeform: Shape 153">
              <a:extLst>
                <a:ext uri="{FF2B5EF4-FFF2-40B4-BE49-F238E27FC236}">
                  <a16:creationId xmlns:a16="http://schemas.microsoft.com/office/drawing/2014/main" id="{2C5E1880-CFBA-4547-9C23-6D2C43304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42" y="371811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Freeform: Shape 154">
              <a:extLst>
                <a:ext uri="{FF2B5EF4-FFF2-40B4-BE49-F238E27FC236}">
                  <a16:creationId xmlns:a16="http://schemas.microsoft.com/office/drawing/2014/main" id="{439AAF4F-2AAD-4A02-A7FA-FE28D52869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34057" y="3777362"/>
              <a:ext cx="14192" cy="14096"/>
            </a:xfrm>
            <a:custGeom>
              <a:avLst/>
              <a:gdLst>
                <a:gd name="connsiteX0" fmla="*/ 14192 w 14192"/>
                <a:gd name="connsiteY0" fmla="*/ 7048 h 14096"/>
                <a:gd name="connsiteX1" fmla="*/ 7144 w 14192"/>
                <a:gd name="connsiteY1" fmla="*/ 14097 h 14096"/>
                <a:gd name="connsiteX2" fmla="*/ 0 w 14192"/>
                <a:gd name="connsiteY2" fmla="*/ 7048 h 14096"/>
                <a:gd name="connsiteX3" fmla="*/ 7049 w 14192"/>
                <a:gd name="connsiteY3" fmla="*/ 0 h 14096"/>
                <a:gd name="connsiteX4" fmla="*/ 14192 w 14192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192" h="14096">
                  <a:moveTo>
                    <a:pt x="14192" y="7048"/>
                  </a:moveTo>
                  <a:cubicBezTo>
                    <a:pt x="14192" y="10954"/>
                    <a:pt x="11049" y="14097"/>
                    <a:pt x="7144" y="14097"/>
                  </a:cubicBezTo>
                  <a:cubicBezTo>
                    <a:pt x="3239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192" y="3143"/>
                    <a:pt x="14192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6" name="Freeform: Shape 155">
              <a:extLst>
                <a:ext uri="{FF2B5EF4-FFF2-40B4-BE49-F238E27FC236}">
                  <a16:creationId xmlns:a16="http://schemas.microsoft.com/office/drawing/2014/main" id="{05614144-9309-41ED-8E05-839A6EEFF8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793301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7" name="Freeform: Shape 156">
              <a:extLst>
                <a:ext uri="{FF2B5EF4-FFF2-40B4-BE49-F238E27FC236}">
                  <a16:creationId xmlns:a16="http://schemas.microsoft.com/office/drawing/2014/main" id="{24324D6F-A81D-45F2-BA36-C53F1AB0C6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52453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8" name="Freeform: Shape 157">
              <a:extLst>
                <a:ext uri="{FF2B5EF4-FFF2-40B4-BE49-F238E27FC236}">
                  <a16:creationId xmlns:a16="http://schemas.microsoft.com/office/drawing/2014/main" id="{6B00668D-07BC-47CF-9D1E-F94EC7C56F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11701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BCF78A89-29F2-4973-8463-DF3C57EFB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970854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0" name="Freeform: Shape 159">
              <a:extLst>
                <a:ext uri="{FF2B5EF4-FFF2-40B4-BE49-F238E27FC236}">
                  <a16:creationId xmlns:a16="http://schemas.microsoft.com/office/drawing/2014/main" id="{F5BCB645-FB02-40FC-99A4-06CA3F1B28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30102" y="3777362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9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9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1" name="Freeform: Shape 160">
              <a:extLst>
                <a:ext uri="{FF2B5EF4-FFF2-40B4-BE49-F238E27FC236}">
                  <a16:creationId xmlns:a16="http://schemas.microsoft.com/office/drawing/2014/main" id="{F6115A3A-2FBE-4633-A426-37D05BC071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089250" y="377736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2" name="Freeform: Shape 161">
              <a:extLst>
                <a:ext uri="{FF2B5EF4-FFF2-40B4-BE49-F238E27FC236}">
                  <a16:creationId xmlns:a16="http://schemas.microsoft.com/office/drawing/2014/main" id="{AEFD8D2F-B95A-4C0A-AE85-53171B29F5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481330"/>
              <a:ext cx="14097" cy="14096"/>
            </a:xfrm>
            <a:custGeom>
              <a:avLst/>
              <a:gdLst>
                <a:gd name="connsiteX0" fmla="*/ 14097 w 14097"/>
                <a:gd name="connsiteY0" fmla="*/ 7049 h 14096"/>
                <a:gd name="connsiteX1" fmla="*/ 7049 w 14097"/>
                <a:gd name="connsiteY1" fmla="*/ 14097 h 14096"/>
                <a:gd name="connsiteX2" fmla="*/ 0 w 14097"/>
                <a:gd name="connsiteY2" fmla="*/ 7049 h 14096"/>
                <a:gd name="connsiteX3" fmla="*/ 7049 w 14097"/>
                <a:gd name="connsiteY3" fmla="*/ 0 h 14096"/>
                <a:gd name="connsiteX4" fmla="*/ 14097 w 14097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3" name="Freeform: Shape 162">
              <a:extLst>
                <a:ext uri="{FF2B5EF4-FFF2-40B4-BE49-F238E27FC236}">
                  <a16:creationId xmlns:a16="http://schemas.microsoft.com/office/drawing/2014/main" id="{4DD4F397-1F35-4E06-8EC1-8F58C51912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4" name="Freeform: Shape 163">
              <a:extLst>
                <a:ext uri="{FF2B5EF4-FFF2-40B4-BE49-F238E27FC236}">
                  <a16:creationId xmlns:a16="http://schemas.microsoft.com/office/drawing/2014/main" id="{B031E5E0-C77D-49F7-ADF2-258D23052D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9 w 14096"/>
                <a:gd name="connsiteY1" fmla="*/ 14097 h 14096"/>
                <a:gd name="connsiteX2" fmla="*/ 0 w 14096"/>
                <a:gd name="connsiteY2" fmla="*/ 7049 h 14096"/>
                <a:gd name="connsiteX3" fmla="*/ 7049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5" name="Freeform: Shape 164">
              <a:extLst>
                <a:ext uri="{FF2B5EF4-FFF2-40B4-BE49-F238E27FC236}">
                  <a16:creationId xmlns:a16="http://schemas.microsoft.com/office/drawing/2014/main" id="{3F044DE9-FE64-4C30-8191-7E1547880C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6" name="Freeform: Shape 165">
              <a:extLst>
                <a:ext uri="{FF2B5EF4-FFF2-40B4-BE49-F238E27FC236}">
                  <a16:creationId xmlns:a16="http://schemas.microsoft.com/office/drawing/2014/main" id="{9B18BCEB-85ED-4077-ACB7-FEB2F6443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481330"/>
              <a:ext cx="14096" cy="14096"/>
            </a:xfrm>
            <a:custGeom>
              <a:avLst/>
              <a:gdLst>
                <a:gd name="connsiteX0" fmla="*/ 14097 w 14096"/>
                <a:gd name="connsiteY0" fmla="*/ 7049 h 14096"/>
                <a:gd name="connsiteX1" fmla="*/ 7048 w 14096"/>
                <a:gd name="connsiteY1" fmla="*/ 14097 h 14096"/>
                <a:gd name="connsiteX2" fmla="*/ 0 w 14096"/>
                <a:gd name="connsiteY2" fmla="*/ 7049 h 14096"/>
                <a:gd name="connsiteX3" fmla="*/ 7048 w 14096"/>
                <a:gd name="connsiteY3" fmla="*/ 0 h 14096"/>
                <a:gd name="connsiteX4" fmla="*/ 14097 w 14096"/>
                <a:gd name="connsiteY4" fmla="*/ 7049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9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9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7" name="Freeform: Shape 166">
              <a:extLst>
                <a:ext uri="{FF2B5EF4-FFF2-40B4-BE49-F238E27FC236}">
                  <a16:creationId xmlns:a16="http://schemas.microsoft.com/office/drawing/2014/main" id="{00C0927E-2CCF-4F8E-8A54-22B8A93C97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481329"/>
              <a:ext cx="14096" cy="14097"/>
            </a:xfrm>
            <a:custGeom>
              <a:avLst/>
              <a:gdLst>
                <a:gd name="connsiteX0" fmla="*/ 14097 w 14096"/>
                <a:gd name="connsiteY0" fmla="*/ 7049 h 14097"/>
                <a:gd name="connsiteX1" fmla="*/ 7048 w 14096"/>
                <a:gd name="connsiteY1" fmla="*/ 14097 h 14097"/>
                <a:gd name="connsiteX2" fmla="*/ 0 w 14096"/>
                <a:gd name="connsiteY2" fmla="*/ 7049 h 14097"/>
                <a:gd name="connsiteX3" fmla="*/ 7048 w 14096"/>
                <a:gd name="connsiteY3" fmla="*/ 0 h 14097"/>
                <a:gd name="connsiteX4" fmla="*/ 14097 w 14096"/>
                <a:gd name="connsiteY4" fmla="*/ 7049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9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9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8" name="Freeform: Shape 167">
              <a:extLst>
                <a:ext uri="{FF2B5EF4-FFF2-40B4-BE49-F238E27FC236}">
                  <a16:creationId xmlns:a16="http://schemas.microsoft.com/office/drawing/2014/main" id="{D0C3350E-04F5-4FED-9991-4DD964E09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40578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9" name="Freeform: Shape 168">
              <a:extLst>
                <a:ext uri="{FF2B5EF4-FFF2-40B4-BE49-F238E27FC236}">
                  <a16:creationId xmlns:a16="http://schemas.microsoft.com/office/drawing/2014/main" id="{F43D0338-A6C9-4866-8D0C-072664518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405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0" name="Freeform: Shape 169">
              <a:extLst>
                <a:ext uri="{FF2B5EF4-FFF2-40B4-BE49-F238E27FC236}">
                  <a16:creationId xmlns:a16="http://schemas.microsoft.com/office/drawing/2014/main" id="{40EA171B-27E2-4100-9D5F-123CF6E7F9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1" name="Freeform: Shape 170">
              <a:extLst>
                <a:ext uri="{FF2B5EF4-FFF2-40B4-BE49-F238E27FC236}">
                  <a16:creationId xmlns:a16="http://schemas.microsoft.com/office/drawing/2014/main" id="{22FD540C-F3DF-40F5-B2BE-BBD113EF43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4058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2" name="Freeform: Shape 171">
              <a:extLst>
                <a:ext uri="{FF2B5EF4-FFF2-40B4-BE49-F238E27FC236}">
                  <a16:creationId xmlns:a16="http://schemas.microsoft.com/office/drawing/2014/main" id="{57768D93-FAD4-4236-969B-B8EE8E88F3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40586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3" name="Freeform: Shape 172">
              <a:extLst>
                <a:ext uri="{FF2B5EF4-FFF2-40B4-BE49-F238E27FC236}">
                  <a16:creationId xmlns:a16="http://schemas.microsoft.com/office/drawing/2014/main" id="{0F5E0490-21C2-4EF6-950D-38814F32C2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40588"/>
              <a:ext cx="14096" cy="14097"/>
            </a:xfrm>
            <a:custGeom>
              <a:avLst/>
              <a:gdLst>
                <a:gd name="connsiteX0" fmla="*/ 14097 w 14096"/>
                <a:gd name="connsiteY0" fmla="*/ 7048 h 14097"/>
                <a:gd name="connsiteX1" fmla="*/ 7048 w 14096"/>
                <a:gd name="connsiteY1" fmla="*/ 14097 h 14097"/>
                <a:gd name="connsiteX2" fmla="*/ 0 w 14096"/>
                <a:gd name="connsiteY2" fmla="*/ 7048 h 14097"/>
                <a:gd name="connsiteX3" fmla="*/ 7048 w 14096"/>
                <a:gd name="connsiteY3" fmla="*/ 0 h 14097"/>
                <a:gd name="connsiteX4" fmla="*/ 14097 w 14096"/>
                <a:gd name="connsiteY4" fmla="*/ 7048 h 14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7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4" name="Freeform: Shape 173">
              <a:extLst>
                <a:ext uri="{FF2B5EF4-FFF2-40B4-BE49-F238E27FC236}">
                  <a16:creationId xmlns:a16="http://schemas.microsoft.com/office/drawing/2014/main" id="{8E981C9B-710F-4034-AE82-28B1B07245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599737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5" name="Freeform: Shape 174">
              <a:extLst>
                <a:ext uri="{FF2B5EF4-FFF2-40B4-BE49-F238E27FC236}">
                  <a16:creationId xmlns:a16="http://schemas.microsoft.com/office/drawing/2014/main" id="{CC62C2CC-DBAE-4877-8F55-02FE00AE81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6" name="Freeform: Shape 175">
              <a:extLst>
                <a:ext uri="{FF2B5EF4-FFF2-40B4-BE49-F238E27FC236}">
                  <a16:creationId xmlns:a16="http://schemas.microsoft.com/office/drawing/2014/main" id="{D8F57D8B-1988-441F-9DAE-A525DA5E9D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7" name="Freeform: Shape 176">
              <a:extLst>
                <a:ext uri="{FF2B5EF4-FFF2-40B4-BE49-F238E27FC236}">
                  <a16:creationId xmlns:a16="http://schemas.microsoft.com/office/drawing/2014/main" id="{6715F028-3A13-4D5F-86C4-74C0AD81D6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8" name="Freeform: Shape 177">
              <a:extLst>
                <a:ext uri="{FF2B5EF4-FFF2-40B4-BE49-F238E27FC236}">
                  <a16:creationId xmlns:a16="http://schemas.microsoft.com/office/drawing/2014/main" id="{DC6C9B50-47B3-44E7-B897-43D010A189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599735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9" name="Freeform: Shape 178">
              <a:extLst>
                <a:ext uri="{FF2B5EF4-FFF2-40B4-BE49-F238E27FC236}">
                  <a16:creationId xmlns:a16="http://schemas.microsoft.com/office/drawing/2014/main" id="{F3F602F0-702E-4D5F-A4FC-0E602C02B98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37" y="3599737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0" name="Freeform: Shape 179">
              <a:extLst>
                <a:ext uri="{FF2B5EF4-FFF2-40B4-BE49-F238E27FC236}">
                  <a16:creationId xmlns:a16="http://schemas.microsoft.com/office/drawing/2014/main" id="{9F379870-B34C-4DFC-9F0A-BDAB8C89FE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658981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1" name="Freeform: Shape 180">
              <a:extLst>
                <a:ext uri="{FF2B5EF4-FFF2-40B4-BE49-F238E27FC236}">
                  <a16:creationId xmlns:a16="http://schemas.microsoft.com/office/drawing/2014/main" id="{641092AC-FED1-4D1D-B57C-0AC883CA958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46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2" name="Freeform: Shape 181">
              <a:extLst>
                <a:ext uri="{FF2B5EF4-FFF2-40B4-BE49-F238E27FC236}">
                  <a16:creationId xmlns:a16="http://schemas.microsoft.com/office/drawing/2014/main" id="{EA8A0B5E-5BB1-46AF-AC31-7D3756F354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1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3" name="Freeform: Shape 182">
              <a:extLst>
                <a:ext uri="{FF2B5EF4-FFF2-40B4-BE49-F238E27FC236}">
                  <a16:creationId xmlns:a16="http://schemas.microsoft.com/office/drawing/2014/main" id="{1C519384-2192-432B-B768-64B4BC2DA9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2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4" name="Freeform: Shape 183">
              <a:extLst>
                <a:ext uri="{FF2B5EF4-FFF2-40B4-BE49-F238E27FC236}">
                  <a16:creationId xmlns:a16="http://schemas.microsoft.com/office/drawing/2014/main" id="{13C77A9D-44F0-4289-A611-D8AF813570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88" y="3658981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5" name="Freeform: Shape 184">
              <a:extLst>
                <a:ext uri="{FF2B5EF4-FFF2-40B4-BE49-F238E27FC236}">
                  <a16:creationId xmlns:a16="http://schemas.microsoft.com/office/drawing/2014/main" id="{0A54AEDC-E418-4E02-A713-6CE30C0CDD5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1" y="3658979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6" name="Freeform: Shape 185">
              <a:extLst>
                <a:ext uri="{FF2B5EF4-FFF2-40B4-BE49-F238E27FC236}">
                  <a16:creationId xmlns:a16="http://schemas.microsoft.com/office/drawing/2014/main" id="{24FECFE3-9F31-47B0-B17F-CF2A1CEE85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9" y="3718130"/>
              <a:ext cx="14097" cy="14096"/>
            </a:xfrm>
            <a:custGeom>
              <a:avLst/>
              <a:gdLst>
                <a:gd name="connsiteX0" fmla="*/ 14097 w 14097"/>
                <a:gd name="connsiteY0" fmla="*/ 7048 h 14096"/>
                <a:gd name="connsiteX1" fmla="*/ 7049 w 14097"/>
                <a:gd name="connsiteY1" fmla="*/ 14097 h 14096"/>
                <a:gd name="connsiteX2" fmla="*/ 0 w 14097"/>
                <a:gd name="connsiteY2" fmla="*/ 7048 h 14096"/>
                <a:gd name="connsiteX3" fmla="*/ 7049 w 14097"/>
                <a:gd name="connsiteY3" fmla="*/ 0 h 14096"/>
                <a:gd name="connsiteX4" fmla="*/ 14097 w 14097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7" name="Freeform: Shape 186">
              <a:extLst>
                <a:ext uri="{FF2B5EF4-FFF2-40B4-BE49-F238E27FC236}">
                  <a16:creationId xmlns:a16="http://schemas.microsoft.com/office/drawing/2014/main" id="{68167DF4-8B16-419B-B7BA-2FD5FF6CC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8" name="Freeform: Shape 187">
              <a:extLst>
                <a:ext uri="{FF2B5EF4-FFF2-40B4-BE49-F238E27FC236}">
                  <a16:creationId xmlns:a16="http://schemas.microsoft.com/office/drawing/2014/main" id="{A543D24F-44C0-4DDF-A30E-8C8407548F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9 w 14096"/>
                <a:gd name="connsiteY1" fmla="*/ 14097 h 14096"/>
                <a:gd name="connsiteX2" fmla="*/ 0 w 14096"/>
                <a:gd name="connsiteY2" fmla="*/ 7048 h 14096"/>
                <a:gd name="connsiteX3" fmla="*/ 7049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9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9" y="0"/>
                  </a:cubicBezTo>
                  <a:cubicBezTo>
                    <a:pt x="10859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9" name="Freeform: Shape 188">
              <a:extLst>
                <a:ext uri="{FF2B5EF4-FFF2-40B4-BE49-F238E27FC236}">
                  <a16:creationId xmlns:a16="http://schemas.microsoft.com/office/drawing/2014/main" id="{63DEAE3C-3931-41EE-B4A1-F9385602BE1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45" y="3718130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0" name="Freeform: Shape 189">
              <a:extLst>
                <a:ext uri="{FF2B5EF4-FFF2-40B4-BE49-F238E27FC236}">
                  <a16:creationId xmlns:a16="http://schemas.microsoft.com/office/drawing/2014/main" id="{B11945CD-32F6-4C09-82AF-5510512312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292" y="3718128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858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1" name="Freeform: Shape 190">
              <a:extLst>
                <a:ext uri="{FF2B5EF4-FFF2-40B4-BE49-F238E27FC236}">
                  <a16:creationId xmlns:a16="http://schemas.microsoft.com/office/drawing/2014/main" id="{9109F44F-512F-4792-AED2-ECA80DDE16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40" y="3718133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54"/>
                    <a:pt x="10954" y="14097"/>
                    <a:pt x="7048" y="14097"/>
                  </a:cubicBezTo>
                  <a:cubicBezTo>
                    <a:pt x="3143" y="14097"/>
                    <a:pt x="0" y="10954"/>
                    <a:pt x="0" y="7048"/>
                  </a:cubicBezTo>
                  <a:cubicBezTo>
                    <a:pt x="0" y="3143"/>
                    <a:pt x="3143" y="0"/>
                    <a:pt x="7048" y="0"/>
                  </a:cubicBezTo>
                  <a:cubicBezTo>
                    <a:pt x="10954" y="0"/>
                    <a:pt x="14097" y="3143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2" name="Freeform: Shape 191">
              <a:extLst>
                <a:ext uri="{FF2B5EF4-FFF2-40B4-BE49-F238E27FC236}">
                  <a16:creationId xmlns:a16="http://schemas.microsoft.com/office/drawing/2014/main" id="{29B9E19B-BC56-46F2-BFFF-1688CEA55A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48495" y="3777375"/>
              <a:ext cx="14097" cy="14099"/>
            </a:xfrm>
            <a:custGeom>
              <a:avLst/>
              <a:gdLst>
                <a:gd name="connsiteX0" fmla="*/ 14097 w 14097"/>
                <a:gd name="connsiteY0" fmla="*/ 7051 h 14099"/>
                <a:gd name="connsiteX1" fmla="*/ 7049 w 14097"/>
                <a:gd name="connsiteY1" fmla="*/ 14099 h 14099"/>
                <a:gd name="connsiteX2" fmla="*/ 0 w 14097"/>
                <a:gd name="connsiteY2" fmla="*/ 7051 h 14099"/>
                <a:gd name="connsiteX3" fmla="*/ 7049 w 14097"/>
                <a:gd name="connsiteY3" fmla="*/ 2 h 14099"/>
                <a:gd name="connsiteX4" fmla="*/ 14097 w 14097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7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3" name="Freeform: Shape 192">
              <a:extLst>
                <a:ext uri="{FF2B5EF4-FFF2-40B4-BE49-F238E27FC236}">
                  <a16:creationId xmlns:a16="http://schemas.microsoft.com/office/drawing/2014/main" id="{F573BDDE-4AED-43FB-B8D1-B5F3708931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07650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4" name="Freeform: Shape 193">
              <a:extLst>
                <a:ext uri="{FF2B5EF4-FFF2-40B4-BE49-F238E27FC236}">
                  <a16:creationId xmlns:a16="http://schemas.microsoft.com/office/drawing/2014/main" id="{EFFDA684-6DFF-4629-830E-6F2ACAB8C3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266896" y="3777375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9 w 14096"/>
                <a:gd name="connsiteY1" fmla="*/ 14099 h 14099"/>
                <a:gd name="connsiteX2" fmla="*/ 0 w 14096"/>
                <a:gd name="connsiteY2" fmla="*/ 7051 h 14099"/>
                <a:gd name="connsiteX3" fmla="*/ 7049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9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9" y="2"/>
                  </a:cubicBezTo>
                  <a:cubicBezTo>
                    <a:pt x="10859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5" name="Freeform: Shape 194">
              <a:extLst>
                <a:ext uri="{FF2B5EF4-FFF2-40B4-BE49-F238E27FC236}">
                  <a16:creationId xmlns:a16="http://schemas.microsoft.com/office/drawing/2014/main" id="{92E23250-6349-4726-AF61-08A57B3A2E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26055" y="3777354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954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6" name="Freeform: Shape 195">
              <a:extLst>
                <a:ext uri="{FF2B5EF4-FFF2-40B4-BE49-F238E27FC236}">
                  <a16:creationId xmlns:a16="http://schemas.microsoft.com/office/drawing/2014/main" id="{8536AAE6-5497-4B0A-9C9F-4EAA1BB322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385314" y="3777450"/>
              <a:ext cx="14096" cy="14099"/>
            </a:xfrm>
            <a:custGeom>
              <a:avLst/>
              <a:gdLst>
                <a:gd name="connsiteX0" fmla="*/ 14097 w 14096"/>
                <a:gd name="connsiteY0" fmla="*/ 7051 h 14099"/>
                <a:gd name="connsiteX1" fmla="*/ 7048 w 14096"/>
                <a:gd name="connsiteY1" fmla="*/ 14099 h 14099"/>
                <a:gd name="connsiteX2" fmla="*/ 0 w 14096"/>
                <a:gd name="connsiteY2" fmla="*/ 7051 h 14099"/>
                <a:gd name="connsiteX3" fmla="*/ 7048 w 14096"/>
                <a:gd name="connsiteY3" fmla="*/ 2 h 14099"/>
                <a:gd name="connsiteX4" fmla="*/ 14097 w 14096"/>
                <a:gd name="connsiteY4" fmla="*/ 7051 h 140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9">
                  <a:moveTo>
                    <a:pt x="14097" y="7051"/>
                  </a:moveTo>
                  <a:cubicBezTo>
                    <a:pt x="14097" y="10956"/>
                    <a:pt x="10954" y="14099"/>
                    <a:pt x="7048" y="14099"/>
                  </a:cubicBezTo>
                  <a:cubicBezTo>
                    <a:pt x="3143" y="14099"/>
                    <a:pt x="0" y="10956"/>
                    <a:pt x="0" y="7051"/>
                  </a:cubicBezTo>
                  <a:cubicBezTo>
                    <a:pt x="0" y="3145"/>
                    <a:pt x="3143" y="2"/>
                    <a:pt x="7048" y="2"/>
                  </a:cubicBezTo>
                  <a:cubicBezTo>
                    <a:pt x="10858" y="-93"/>
                    <a:pt x="14097" y="3145"/>
                    <a:pt x="14097" y="7051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7" name="Freeform: Shape 196">
              <a:extLst>
                <a:ext uri="{FF2B5EF4-FFF2-40B4-BE49-F238E27FC236}">
                  <a16:creationId xmlns:a16="http://schemas.microsoft.com/office/drawing/2014/main" id="{52B72898-B9DE-4574-BB20-0C317954D4C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44424" y="3777424"/>
              <a:ext cx="14096" cy="14096"/>
            </a:xfrm>
            <a:custGeom>
              <a:avLst/>
              <a:gdLst>
                <a:gd name="connsiteX0" fmla="*/ 14097 w 14096"/>
                <a:gd name="connsiteY0" fmla="*/ 7048 h 14096"/>
                <a:gd name="connsiteX1" fmla="*/ 7048 w 14096"/>
                <a:gd name="connsiteY1" fmla="*/ 14097 h 14096"/>
                <a:gd name="connsiteX2" fmla="*/ 0 w 14096"/>
                <a:gd name="connsiteY2" fmla="*/ 7048 h 14096"/>
                <a:gd name="connsiteX3" fmla="*/ 7048 w 14096"/>
                <a:gd name="connsiteY3" fmla="*/ 0 h 14096"/>
                <a:gd name="connsiteX4" fmla="*/ 14097 w 14096"/>
                <a:gd name="connsiteY4" fmla="*/ 7048 h 14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096" h="14096">
                  <a:moveTo>
                    <a:pt x="14097" y="7048"/>
                  </a:moveTo>
                  <a:cubicBezTo>
                    <a:pt x="14097" y="10941"/>
                    <a:pt x="10941" y="14097"/>
                    <a:pt x="7048" y="14097"/>
                  </a:cubicBezTo>
                  <a:cubicBezTo>
                    <a:pt x="3156" y="14097"/>
                    <a:pt x="0" y="10941"/>
                    <a:pt x="0" y="7048"/>
                  </a:cubicBezTo>
                  <a:cubicBezTo>
                    <a:pt x="0" y="3156"/>
                    <a:pt x="3156" y="0"/>
                    <a:pt x="7048" y="0"/>
                  </a:cubicBezTo>
                  <a:cubicBezTo>
                    <a:pt x="10941" y="0"/>
                    <a:pt x="14097" y="3156"/>
                    <a:pt x="14097" y="7048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009196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Microphone in a bar">
            <a:extLst>
              <a:ext uri="{FF2B5EF4-FFF2-40B4-BE49-F238E27FC236}">
                <a16:creationId xmlns:a16="http://schemas.microsoft.com/office/drawing/2014/main" id="{C55F38B2-8396-9430-8741-8616145682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859" b="11872"/>
          <a:stretch/>
        </p:blipFill>
        <p:spPr>
          <a:xfrm>
            <a:off x="-3047" y="10"/>
            <a:ext cx="12191999" cy="685799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DC4CF58-509A-BB1A-D3D3-9C9AA1894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325550"/>
            <a:ext cx="10058400" cy="188205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>
                <a:solidFill>
                  <a:srgbClr val="FFFFFF"/>
                </a:solidFill>
              </a:rPr>
              <a:t>And now… on with the show!</a:t>
            </a:r>
          </a:p>
        </p:txBody>
      </p:sp>
    </p:spTree>
    <p:extLst>
      <p:ext uri="{BB962C8B-B14F-4D97-AF65-F5344CB8AC3E}">
        <p14:creationId xmlns:p14="http://schemas.microsoft.com/office/powerpoint/2010/main" val="3249788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7280" y="1841374"/>
            <a:ext cx="6271235" cy="4493172"/>
          </a:xfrm>
        </p:spPr>
        <p:txBody>
          <a:bodyPr>
            <a:normAutofit lnSpcReduction="10000"/>
          </a:bodyPr>
          <a:lstStyle/>
          <a:p>
            <a:r>
              <a:rPr lang="en-US" b="1"/>
              <a:t>Database programmer/architect &gt; 30 years</a:t>
            </a:r>
          </a:p>
          <a:p>
            <a:r>
              <a:rPr lang="en-US" b="1"/>
              <a:t>Former Microsoft MVP (19 Times)</a:t>
            </a:r>
          </a:p>
          <a:p>
            <a:r>
              <a:rPr lang="en-US" b="1"/>
              <a:t>Written 6 books on database design</a:t>
            </a:r>
          </a:p>
          <a:p>
            <a:pPr lvl="1"/>
            <a:r>
              <a:rPr lang="en-US"/>
              <a:t>They were technically all versions of the same book.  </a:t>
            </a:r>
          </a:p>
          <a:p>
            <a:pPr lvl="1"/>
            <a:r>
              <a:rPr lang="en-US"/>
              <a:t>They at least had slightly different titles each time</a:t>
            </a:r>
          </a:p>
          <a:p>
            <a:pPr lvl="1"/>
            <a:r>
              <a:rPr lang="en-US"/>
              <a:t>Seventh Edition? Who knows?</a:t>
            </a:r>
          </a:p>
          <a:p>
            <a:r>
              <a:rPr lang="en-US" b="1"/>
              <a:t>Super Brief Contact Info: DRSQL</a:t>
            </a:r>
          </a:p>
          <a:p>
            <a:pPr lvl="1"/>
            <a:r>
              <a:rPr lang="en-US"/>
              <a:t>Twitter</a:t>
            </a:r>
          </a:p>
          <a:p>
            <a:pPr lvl="1"/>
            <a:r>
              <a:rPr lang="en-US"/>
              <a:t>Website (.org) </a:t>
            </a:r>
          </a:p>
          <a:p>
            <a:pPr lvl="1"/>
            <a:r>
              <a:rPr lang="en-US"/>
              <a:t>Blog (.link) </a:t>
            </a:r>
          </a:p>
          <a:p>
            <a:pPr lvl="1"/>
            <a:r>
              <a:rPr lang="en-US"/>
              <a:t>Email (@hotmail.com)</a:t>
            </a:r>
          </a:p>
          <a:p>
            <a:pPr lvl="1"/>
            <a:r>
              <a:rPr lang="en-US"/>
              <a:t>LinkedIn (actually that handle is LouisDavidson, but you can search for </a:t>
            </a:r>
            <a:r>
              <a:rPr lang="en-US" err="1"/>
              <a:t>drsql</a:t>
            </a:r>
            <a:r>
              <a:rPr lang="en-US"/>
              <a:t>)</a:t>
            </a:r>
          </a:p>
          <a:p>
            <a:endParaRPr lang="en-US" sz="1500"/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4851473-A269-1E6C-53A7-F41E1F79E8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8217" y="1970690"/>
            <a:ext cx="2748242" cy="3784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61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6000"/>
                <a:shade val="99000"/>
                <a:satMod val="140000"/>
              </a:schemeClr>
            </a:gs>
            <a:gs pos="65000">
              <a:schemeClr val="bg1">
                <a:tint val="100000"/>
                <a:shade val="80000"/>
                <a:satMod val="130000"/>
              </a:schemeClr>
            </a:gs>
            <a:gs pos="100000">
              <a:schemeClr val="bg1">
                <a:tint val="100000"/>
                <a:shade val="48000"/>
                <a:satMod val="120000"/>
              </a:schemeClr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6E6FEC8-170C-492C-84E0-54394629D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E940A1-B9E0-4C5D-A55E-B19742379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1C8E47B-A563-4B44-A9B0-9316605C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Content Placeholder 6" descr="A body of water with a dock and buildings in the background&#10;&#10;AI-generated content may be incorrect.">
            <a:extLst>
              <a:ext uri="{FF2B5EF4-FFF2-40B4-BE49-F238E27FC236}">
                <a16:creationId xmlns:a16="http://schemas.microsoft.com/office/drawing/2014/main" id="{41ED4C77-8023-8F12-C39F-6BF28FCFAF7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alphaModFix amt="6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DC13DF-0BF2-C072-719C-D1838F8E6F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5227" y="2083255"/>
            <a:ext cx="10058400" cy="166893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000" b="1">
                <a:solidFill>
                  <a:schemeClr val="tx1"/>
                </a:solidFill>
              </a:rPr>
              <a:t>My background</a:t>
            </a:r>
            <a:endParaRPr lang="en-US" sz="8000">
              <a:solidFill>
                <a:schemeClr val="tx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C7D7D77-8DF2-444B-A0BB-15B0651955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>
                <a:alpha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B7A72AB3-7AC2-4380-8B64-AFC8AC684F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834896F5-ADC0-4F92-891D-8AD641242B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1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3850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6C907-605B-3FF8-0BDB-6F945197B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5A50C1-AF2E-6AB8-A4EF-BD81B7518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6" descr="A body of water with a dock and buildings in the background&#10;&#10;AI-generated content may be incorrect.">
            <a:extLst>
              <a:ext uri="{FF2B5EF4-FFF2-40B4-BE49-F238E27FC236}">
                <a16:creationId xmlns:a16="http://schemas.microsoft.com/office/drawing/2014/main" id="{F5CA7A12-B745-3BF4-B5D3-4143BB90A7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"/>
            <a:ext cx="1219198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63013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ew from a train&#10;&#10;Description automatically generated">
            <a:extLst>
              <a:ext uri="{FF2B5EF4-FFF2-40B4-BE49-F238E27FC236}">
                <a16:creationId xmlns:a16="http://schemas.microsoft.com/office/drawing/2014/main" id="{05D9DABA-3974-0920-DEE2-42E45415BE2E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57" y="3269524"/>
            <a:ext cx="8300065" cy="4668786"/>
          </a:xfrm>
          <a:prstGeom prst="rect">
            <a:avLst/>
          </a:prstGeom>
        </p:spPr>
      </p:pic>
      <p:pic>
        <p:nvPicPr>
          <p:cNvPr id="7" name="Picture 6" descr="A roller coaster ride in a park&#10;&#10;Description automatically generated">
            <a:extLst>
              <a:ext uri="{FF2B5EF4-FFF2-40B4-BE49-F238E27FC236}">
                <a16:creationId xmlns:a16="http://schemas.microsoft.com/office/drawing/2014/main" id="{FEA342DD-DCD9-943F-1485-515A4B895DF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6938" y="1364454"/>
            <a:ext cx="3932351" cy="22119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53E6CBE-4465-5C2C-996B-E22FC24E8A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0357" y="317013"/>
            <a:ext cx="7778044" cy="950420"/>
          </a:xfrm>
        </p:spPr>
        <p:txBody>
          <a:bodyPr/>
          <a:lstStyle/>
          <a:p>
            <a:r>
              <a:rPr lang="en-US"/>
              <a:t>My non-tech hobby</a:t>
            </a:r>
          </a:p>
        </p:txBody>
      </p:sp>
      <p:pic>
        <p:nvPicPr>
          <p:cNvPr id="5" name="Content Placeholder 4" descr="A roller coaster in the woods&#10;&#10;Description automatically generated">
            <a:extLst>
              <a:ext uri="{FF2B5EF4-FFF2-40B4-BE49-F238E27FC236}">
                <a16:creationId xmlns:a16="http://schemas.microsoft.com/office/drawing/2014/main" id="{202BF86F-C2D8-8A03-4F70-5753011837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357" y="1364384"/>
            <a:ext cx="3932351" cy="2212018"/>
          </a:xfrm>
        </p:spPr>
      </p:pic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185AA850-4FE6-78FD-C2F0-9A2EB36A9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5111" y="1364384"/>
            <a:ext cx="4110851" cy="5481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94242A-DE02-AF42-5ADB-C2FF2730A9A7}"/>
              </a:ext>
            </a:extLst>
          </p:cNvPr>
          <p:cNvSpPr txBox="1"/>
          <p:nvPr/>
        </p:nvSpPr>
        <p:spPr>
          <a:xfrm>
            <a:off x="3883437" y="6253656"/>
            <a:ext cx="312420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err="1"/>
              <a:t>xTwitter</a:t>
            </a:r>
            <a:r>
              <a:rPr lang="en-US"/>
              <a:t>: @disneypicaday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60C77A-7EFC-2747-6A15-EDBB7CB237D3}"/>
              </a:ext>
            </a:extLst>
          </p:cNvPr>
          <p:cNvSpPr txBox="1"/>
          <p:nvPr/>
        </p:nvSpPr>
        <p:spPr>
          <a:xfrm>
            <a:off x="186126" y="3407125"/>
            <a:ext cx="312420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err="1"/>
              <a:t>xTwitter</a:t>
            </a:r>
            <a:r>
              <a:rPr lang="en-US"/>
              <a:t>: @dollywoodp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869B267-7304-F5D4-908A-F7365A6DE930}"/>
              </a:ext>
            </a:extLst>
          </p:cNvPr>
          <p:cNvSpPr txBox="1"/>
          <p:nvPr/>
        </p:nvSpPr>
        <p:spPr>
          <a:xfrm>
            <a:off x="8350264" y="1399153"/>
            <a:ext cx="3124200" cy="338554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/>
              <a:t>Instagram: @figmentsintime</a:t>
            </a:r>
          </a:p>
        </p:txBody>
      </p:sp>
    </p:spTree>
    <p:extLst>
      <p:ext uri="{BB962C8B-B14F-4D97-AF65-F5344CB8AC3E}">
        <p14:creationId xmlns:p14="http://schemas.microsoft.com/office/powerpoint/2010/main" val="53653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6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3F4539-0668-7379-4A6C-096A3FA61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052DB-6D1C-251D-E1E6-349CA50F5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/>
              <a:t>My professional background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3FE88-97DB-AC47-6068-8EF63FA5B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058400" cy="5083211"/>
          </a:xfrm>
        </p:spPr>
        <p:txBody>
          <a:bodyPr vert="horz" lIns="0" tIns="45720" rIns="0" bIns="45720" rtlCol="0" anchor="t">
            <a:normAutofit/>
          </a:bodyPr>
          <a:lstStyle/>
          <a:p>
            <a:r>
              <a:rPr lang="en-US" sz="2900" dirty="0"/>
              <a:t>Over </a:t>
            </a:r>
            <a:r>
              <a:rPr lang="en-US" sz="3200" dirty="0"/>
              <a:t>30</a:t>
            </a:r>
            <a:r>
              <a:rPr lang="en-US" sz="2900" dirty="0"/>
              <a:t> years as a little bit of a:</a:t>
            </a:r>
          </a:p>
          <a:p>
            <a:pPr marL="383540" lvl="1"/>
            <a:r>
              <a:rPr lang="en-US" sz="2900" dirty="0"/>
              <a:t>DBA</a:t>
            </a:r>
            <a:endParaRPr lang="en-US" sz="2900" dirty="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2900" dirty="0"/>
              <a:t>Transact SQL Programmer</a:t>
            </a:r>
            <a:endParaRPr lang="en-US" sz="2900" dirty="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2900" dirty="0"/>
              <a:t>Data Architect</a:t>
            </a:r>
            <a:endParaRPr lang="en-US" sz="2900" dirty="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2900" dirty="0"/>
              <a:t>ETL Developer</a:t>
            </a:r>
            <a:endParaRPr lang="en-US" sz="2900" dirty="0">
              <a:ea typeface="Calibri" panose="020F0502020204030204"/>
              <a:cs typeface="Calibri" panose="020F0502020204030204"/>
            </a:endParaRPr>
          </a:p>
          <a:p>
            <a:pPr marL="383540" lvl="1"/>
            <a:r>
              <a:rPr lang="en-US" sz="2900" dirty="0"/>
              <a:t>Writer/blogger/speaker/learner about these topics</a:t>
            </a:r>
            <a:endParaRPr lang="en-US" sz="2900" dirty="0">
              <a:ea typeface="Calibri" panose="020F0502020204030204"/>
              <a:cs typeface="Calibri" panose="020F0502020204030204"/>
            </a:endParaRPr>
          </a:p>
          <a:p>
            <a:pPr marL="566420" lvl="2"/>
            <a:r>
              <a:rPr lang="en-US" sz="2400" dirty="0"/>
              <a:t>Written several books on Relational Database Design (Last time I will mention this...most likely)</a:t>
            </a:r>
            <a:endParaRPr lang="en-US" sz="2400" dirty="0">
              <a:ea typeface="Calibri" panose="020F0502020204030204"/>
              <a:cs typeface="Calibri" panose="020F0502020204030204"/>
            </a:endParaRPr>
          </a:p>
          <a:p>
            <a:pPr marL="566420" lvl="2"/>
            <a:r>
              <a:rPr lang="en-US" sz="2400" dirty="0"/>
              <a:t>Went to a few of the Kimball Group’s Classes</a:t>
            </a:r>
            <a:endParaRPr lang="en-US" sz="2400" dirty="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290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290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78992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Content Placeholder 8" descr="A circular structure with many dots and lines&#10;&#10;Description automatically generated">
            <a:extLst>
              <a:ext uri="{FF2B5EF4-FFF2-40B4-BE49-F238E27FC236}">
                <a16:creationId xmlns:a16="http://schemas.microsoft.com/office/drawing/2014/main" id="{F9954D7D-7549-5A04-1EFD-CCD2FE20F88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3825" cy="6858000"/>
          </a:xfr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892DB53-DC66-4177-B11A-04BDC9EE6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177" y="194756"/>
            <a:ext cx="7885824" cy="630133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algn="ctr"/>
            <a:r>
              <a:rPr lang="en-US" sz="360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Why do we build databases to start with?</a:t>
            </a:r>
          </a:p>
        </p:txBody>
      </p:sp>
      <p:sp>
        <p:nvSpPr>
          <p:cNvPr id="2" name="Arrow: Right 1">
            <a:extLst>
              <a:ext uri="{FF2B5EF4-FFF2-40B4-BE49-F238E27FC236}">
                <a16:creationId xmlns:a16="http://schemas.microsoft.com/office/drawing/2014/main" id="{9B118944-5C66-F8C2-DB24-DBA963EF7A0C}"/>
              </a:ext>
            </a:extLst>
          </p:cNvPr>
          <p:cNvSpPr/>
          <p:nvPr/>
        </p:nvSpPr>
        <p:spPr>
          <a:xfrm>
            <a:off x="77518" y="2465903"/>
            <a:ext cx="2677392" cy="114300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Record Some Activity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734BB3F7-037E-45D4-4265-0D5B9F188ABD}"/>
              </a:ext>
            </a:extLst>
          </p:cNvPr>
          <p:cNvSpPr/>
          <p:nvPr/>
        </p:nvSpPr>
        <p:spPr>
          <a:xfrm>
            <a:off x="8517146" y="2758335"/>
            <a:ext cx="2954658" cy="963320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Act on the activity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609E7EEA-EE52-548E-AE2E-E8FFD2F6FECF}"/>
              </a:ext>
            </a:extLst>
          </p:cNvPr>
          <p:cNvSpPr/>
          <p:nvPr/>
        </p:nvSpPr>
        <p:spPr>
          <a:xfrm>
            <a:off x="8531142" y="3499710"/>
            <a:ext cx="3698938" cy="1280664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Immediately report that this action has occurred</a:t>
            </a:r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D803ED08-C34E-FF79-5971-37F3F6445492}"/>
              </a:ext>
            </a:extLst>
          </p:cNvPr>
          <p:cNvSpPr/>
          <p:nvPr/>
        </p:nvSpPr>
        <p:spPr>
          <a:xfrm>
            <a:off x="8539892" y="1793238"/>
            <a:ext cx="2954658" cy="888575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Determine trends</a:t>
            </a:r>
          </a:p>
        </p:txBody>
      </p:sp>
      <p:sp>
        <p:nvSpPr>
          <p:cNvPr id="19" name="Arrow: Right 18">
            <a:extLst>
              <a:ext uri="{FF2B5EF4-FFF2-40B4-BE49-F238E27FC236}">
                <a16:creationId xmlns:a16="http://schemas.microsoft.com/office/drawing/2014/main" id="{437988F7-721C-BEEF-7FD0-797A91F0A62A}"/>
              </a:ext>
            </a:extLst>
          </p:cNvPr>
          <p:cNvSpPr/>
          <p:nvPr/>
        </p:nvSpPr>
        <p:spPr>
          <a:xfrm>
            <a:off x="8517145" y="5464998"/>
            <a:ext cx="3433117" cy="995682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Be prepared for audits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370B1126-E3C1-408E-BAAE-C655DB3794BE}"/>
              </a:ext>
            </a:extLst>
          </p:cNvPr>
          <p:cNvSpPr/>
          <p:nvPr/>
        </p:nvSpPr>
        <p:spPr>
          <a:xfrm>
            <a:off x="8517145" y="797782"/>
            <a:ext cx="3674855" cy="1048839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Help AI help us</a:t>
            </a:r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DF5992B0-EFF5-D959-1E78-C27672DB932F}"/>
              </a:ext>
            </a:extLst>
          </p:cNvPr>
          <p:cNvSpPr/>
          <p:nvPr/>
        </p:nvSpPr>
        <p:spPr>
          <a:xfrm>
            <a:off x="8522393" y="4555198"/>
            <a:ext cx="2954658" cy="1095246"/>
          </a:xfrm>
          <a:prstGeom prst="rightArrow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Indirectly trigger actions to occur</a:t>
            </a:r>
          </a:p>
        </p:txBody>
      </p:sp>
      <p:sp>
        <p:nvSpPr>
          <p:cNvPr id="8" name="Arrow: U-Turn 7">
            <a:extLst>
              <a:ext uri="{FF2B5EF4-FFF2-40B4-BE49-F238E27FC236}">
                <a16:creationId xmlns:a16="http://schemas.microsoft.com/office/drawing/2014/main" id="{F4565D08-9B6E-A296-C089-B85A3E9B1E1A}"/>
              </a:ext>
            </a:extLst>
          </p:cNvPr>
          <p:cNvSpPr/>
          <p:nvPr/>
        </p:nvSpPr>
        <p:spPr>
          <a:xfrm rot="5400000">
            <a:off x="10662251" y="3969637"/>
            <a:ext cx="2284529" cy="619931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Arrow: Left 8">
            <a:extLst>
              <a:ext uri="{FF2B5EF4-FFF2-40B4-BE49-F238E27FC236}">
                <a16:creationId xmlns:a16="http://schemas.microsoft.com/office/drawing/2014/main" id="{413332BC-01DC-6A10-9CB1-743277E82CA5}"/>
              </a:ext>
            </a:extLst>
          </p:cNvPr>
          <p:cNvSpPr/>
          <p:nvPr/>
        </p:nvSpPr>
        <p:spPr>
          <a:xfrm rot="684404">
            <a:off x="3085848" y="4169285"/>
            <a:ext cx="8913309" cy="395742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111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8" grpId="0" animBg="1"/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AC107-78E7-1AD9-0D67-AA41202A8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/>
              <a:t>Similarities Between BI and Relational</a:t>
            </a:r>
          </a:p>
        </p:txBody>
      </p:sp>
      <p:pic>
        <p:nvPicPr>
          <p:cNvPr id="19" name="Graphic 18" descr="Database">
            <a:extLst>
              <a:ext uri="{FF2B5EF4-FFF2-40B4-BE49-F238E27FC236}">
                <a16:creationId xmlns:a16="http://schemas.microsoft.com/office/drawing/2014/main" id="{D5608EB6-FFC3-51E1-128A-4592F6FD85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404" y="1737360"/>
            <a:ext cx="2376058" cy="2376058"/>
          </a:xfrm>
          <a:prstGeom prst="rect">
            <a:avLst/>
          </a:prstGeom>
        </p:spPr>
      </p:pic>
      <p:pic>
        <p:nvPicPr>
          <p:cNvPr id="5" name="Graphic 4" descr="Database">
            <a:extLst>
              <a:ext uri="{FF2B5EF4-FFF2-40B4-BE49-F238E27FC236}">
                <a16:creationId xmlns:a16="http://schemas.microsoft.com/office/drawing/2014/main" id="{4B5D62C2-D595-0958-BF6D-A76649BCBB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6404" y="3857414"/>
            <a:ext cx="2376057" cy="237605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2DAA44-A15E-9869-C24E-EB7893C5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62461" y="1845733"/>
            <a:ext cx="8093219" cy="4387737"/>
          </a:xfrm>
        </p:spPr>
        <p:txBody>
          <a:bodyPr>
            <a:noAutofit/>
          </a:bodyPr>
          <a:lstStyle/>
          <a:p>
            <a:r>
              <a:rPr lang="en-US" sz="1600" b="1"/>
              <a:t>Both are</a:t>
            </a:r>
            <a:r>
              <a:rPr lang="en-US" sz="1600" b="1" baseline="0"/>
              <a:t> data stored to be used</a:t>
            </a:r>
          </a:p>
          <a:p>
            <a:pPr lvl="1"/>
            <a:r>
              <a:rPr lang="en-US" sz="1600" baseline="0"/>
              <a:t>Often using the same data storage technologies</a:t>
            </a:r>
          </a:p>
          <a:p>
            <a:r>
              <a:rPr lang="en-US" sz="1600" b="1" baseline="0"/>
              <a:t>Both typically focus on table structures </a:t>
            </a:r>
          </a:p>
          <a:p>
            <a:pPr lvl="1"/>
            <a:r>
              <a:rPr lang="en-US" sz="1600"/>
              <a:t>Rows, Columns with Scalar Values</a:t>
            </a:r>
          </a:p>
          <a:p>
            <a:r>
              <a:rPr lang="en-US" sz="1600" b="1"/>
              <a:t>Some of the core skills involved </a:t>
            </a:r>
          </a:p>
          <a:p>
            <a:pPr lvl="1"/>
            <a:r>
              <a:rPr lang="en-US" sz="1600"/>
              <a:t>Relational Database Engines (Or something that behaves similarly)</a:t>
            </a:r>
          </a:p>
          <a:p>
            <a:pPr lvl="1"/>
            <a:r>
              <a:rPr lang="en-US" sz="1600" baseline="0"/>
              <a:t>SQL</a:t>
            </a:r>
          </a:p>
          <a:p>
            <a:r>
              <a:rPr lang="en-US" sz="1600" b="1"/>
              <a:t>Most important similarity</a:t>
            </a:r>
          </a:p>
          <a:p>
            <a:pPr lvl="1"/>
            <a:r>
              <a:rPr lang="en-US" sz="1600"/>
              <a:t>Organizations rely on data from relational and business intelligence systems to make important decisions</a:t>
            </a:r>
          </a:p>
          <a:p>
            <a:pPr lvl="1"/>
            <a:r>
              <a:rPr lang="en-US" sz="1600"/>
              <a:t>Data Quality is </a:t>
            </a:r>
            <a:r>
              <a:rPr lang="en-US" sz="1600" b="1"/>
              <a:t>ESSENTIAL</a:t>
            </a:r>
            <a:endParaRPr lang="en-US" sz="1600"/>
          </a:p>
          <a:p>
            <a:r>
              <a:rPr lang="en-US" sz="1600" b="1" i="1"/>
              <a:t>These similarities are often the start of issues…</a:t>
            </a:r>
          </a:p>
        </p:txBody>
      </p:sp>
    </p:spTree>
    <p:extLst>
      <p:ext uri="{BB962C8B-B14F-4D97-AF65-F5344CB8AC3E}">
        <p14:creationId xmlns:p14="http://schemas.microsoft.com/office/powerpoint/2010/main" val="2466170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741B58E-3B65-4A01-A276-975AB2CF8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AC67C3-831B-4AB1-A259-DFB839CAFA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F6BAEB-E618-772D-A4A0-AC76B6F2C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2370" y="605896"/>
            <a:ext cx="3084844" cy="5646208"/>
          </a:xfrm>
        </p:spPr>
        <p:txBody>
          <a:bodyPr anchor="ctr">
            <a:normAutofit/>
          </a:bodyPr>
          <a:lstStyle/>
          <a:p>
            <a:r>
              <a:rPr lang="en-US" sz="4400" b="1">
                <a:solidFill>
                  <a:srgbClr val="FFFFFF"/>
                </a:solidFill>
              </a:rPr>
              <a:t>Difference: Purpose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4B3F04-9EAC-45C0-B3CE-0387EEA10A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1921E-4908-AD45-D17D-DD2797FAF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39124" y="461188"/>
            <a:ext cx="6836158" cy="6023434"/>
          </a:xfrm>
        </p:spPr>
        <p:txBody>
          <a:bodyPr anchor="ctr">
            <a:normAutofit fontScale="92500"/>
          </a:bodyPr>
          <a:lstStyle/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</a:pPr>
            <a:r>
              <a:rPr lang="en-US" sz="3200" b="1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Relational – Core Business Functions</a:t>
            </a:r>
            <a:endParaRPr lang="en-US" sz="3200">
              <a:latin typeface="Calibri"/>
              <a:ea typeface="Calibri"/>
              <a:cs typeface="Calibri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Stores state information that reflects ongoing activities (such as sales and customer data). 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Data storage usually necessitates ACID compliance (Atomicity, Consistency, Isolation, Durability)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Commonly associated with transactional systems (OLTP)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Usually accessed through a predetermined interface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endParaRPr lang="en-US" sz="240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</a:pPr>
            <a:r>
              <a:rPr lang="en-US" sz="3200" b="1">
                <a:solidFill>
                  <a:srgbClr val="FFFFFF"/>
                </a:solidFill>
                <a:effectLst/>
                <a:latin typeface="Calibri"/>
                <a:ea typeface="Calibri"/>
                <a:cs typeface="Calibri"/>
              </a:rPr>
              <a:t>Business Intelligence – Analysis and History</a:t>
            </a: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Converting transactional data into actionable insights</a:t>
            </a:r>
            <a:endParaRPr lang="en-US" sz="240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latin typeface="Calibri" panose="020F0502020204030204" pitchFamily="34" charset="0"/>
              </a:rPr>
              <a:t>Commonly thought of as analytics (OLAP)</a:t>
            </a:r>
            <a:endParaRPr lang="en-US" sz="240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Aimed at facilitating significant decision-making processes</a:t>
            </a:r>
            <a:endParaRPr lang="en-US" sz="2400">
              <a:solidFill>
                <a:srgbClr val="FFFFFF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83540" indent="-182880" algn="l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240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Can include a computer interface or allow users to run queries directly using the database as an interface</a:t>
            </a:r>
            <a:endParaRPr lang="en-US" sz="280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2540003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D6B04C-41D4-2288-A5B6-B232904759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pPr lvl="0"/>
            <a:r>
              <a:rPr lang="en-US"/>
              <a:t>Difference</a:t>
            </a:r>
            <a:r>
              <a:rPr lang="en-US" baseline="0"/>
              <a:t>: Th</a:t>
            </a:r>
            <a:r>
              <a:rPr lang="en-US"/>
              <a:t>e Data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402EF1-A632-922D-0F70-BCC152B7C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290050" cy="4725664"/>
          </a:xfrm>
        </p:spPr>
        <p:txBody>
          <a:bodyPr>
            <a:noAutofit/>
          </a:bodyPr>
          <a:lstStyle/>
          <a:p>
            <a:r>
              <a:rPr lang="en-US" sz="2200" b="1"/>
              <a:t>Relational: Live, frequently modified data</a:t>
            </a:r>
          </a:p>
          <a:p>
            <a:pPr lvl="1"/>
            <a:r>
              <a:rPr lang="en-US" sz="2000"/>
              <a:t>Generally, we keep all states/actions/</a:t>
            </a:r>
            <a:r>
              <a:rPr lang="en-US" sz="2000" err="1"/>
              <a:t>etc</a:t>
            </a:r>
            <a:r>
              <a:rPr lang="en-US" sz="2000"/>
              <a:t> that have occurred</a:t>
            </a:r>
          </a:p>
          <a:p>
            <a:pPr lvl="1"/>
            <a:r>
              <a:rPr lang="en-US" sz="2000"/>
              <a:t>With at least the data you need to serve users and keep work going</a:t>
            </a:r>
          </a:p>
          <a:p>
            <a:pPr lvl="1"/>
            <a:r>
              <a:rPr lang="en-US" sz="2000"/>
              <a:t>May even be the legal documentation for actions (which can change retention rules)</a:t>
            </a:r>
          </a:p>
          <a:p>
            <a:r>
              <a:rPr lang="en-US" sz="2200" b="1"/>
              <a:t>Data Warehouse: Typically a set of copies of the data</a:t>
            </a:r>
          </a:p>
          <a:p>
            <a:pPr lvl="1"/>
            <a:r>
              <a:rPr lang="en-US" sz="2000"/>
              <a:t>Kimball had a </a:t>
            </a:r>
            <a:r>
              <a:rPr lang="en-US" sz="2000">
                <a:hlinkClick r:id="rId2"/>
              </a:rPr>
              <a:t>metaphor of a kitchen</a:t>
            </a:r>
            <a:r>
              <a:rPr lang="en-US" sz="2000"/>
              <a:t> with 3 areas:</a:t>
            </a:r>
          </a:p>
          <a:p>
            <a:pPr lvl="3"/>
            <a:r>
              <a:rPr lang="en-US" sz="2000" b="1"/>
              <a:t>Prep area</a:t>
            </a:r>
            <a:r>
              <a:rPr lang="en-US" sz="2000"/>
              <a:t>: no user access, but all the data you need to serve anyone</a:t>
            </a:r>
          </a:p>
          <a:p>
            <a:pPr lvl="3"/>
            <a:r>
              <a:rPr lang="en-US" sz="2000" b="1"/>
              <a:t>Chef table</a:t>
            </a:r>
            <a:r>
              <a:rPr lang="en-US" sz="2000"/>
              <a:t>: cleaned data, likely formatted. Some users get access, but it is a special, power user access only</a:t>
            </a:r>
          </a:p>
          <a:p>
            <a:pPr lvl="3"/>
            <a:r>
              <a:rPr lang="en-US" sz="2000" b="1"/>
              <a:t>Dining Room</a:t>
            </a:r>
            <a:r>
              <a:rPr lang="en-US" sz="2000"/>
              <a:t>: where data is served to the guests in the way they need it</a:t>
            </a:r>
          </a:p>
          <a:p>
            <a:pPr lvl="1"/>
            <a:r>
              <a:rPr lang="en-US" sz="2000"/>
              <a:t>Fabric has the </a:t>
            </a:r>
            <a:r>
              <a:rPr lang="en-US" sz="2000">
                <a:hlinkClick r:id="rId3"/>
              </a:rPr>
              <a:t>Medallion architecture</a:t>
            </a:r>
            <a:endParaRPr lang="en-US" sz="2000"/>
          </a:p>
          <a:p>
            <a:pPr lvl="1"/>
            <a:r>
              <a:rPr lang="en-US" sz="2000"/>
              <a:t>Biggest thing is you keep copies of ALL the data the user may WANT to access.</a:t>
            </a:r>
          </a:p>
          <a:p>
            <a:pPr lvl="2"/>
            <a:endParaRPr lang="en-US" sz="2000"/>
          </a:p>
        </p:txBody>
      </p:sp>
      <p:pic>
        <p:nvPicPr>
          <p:cNvPr id="7" name="Graphic 6" descr="Disk">
            <a:extLst>
              <a:ext uri="{FF2B5EF4-FFF2-40B4-BE49-F238E27FC236}">
                <a16:creationId xmlns:a16="http://schemas.microsoft.com/office/drawing/2014/main" id="{C5284162-21DB-D473-C7FD-838628FE67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24883" y="727"/>
            <a:ext cx="2869992" cy="2869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35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01D99-815D-525F-B33C-3F27F4451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>
            <a:normAutofit/>
          </a:bodyPr>
          <a:lstStyle/>
          <a:p>
            <a:r>
              <a:rPr lang="en-US"/>
              <a:t>Difference: Modeling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A38E6-3139-0CBB-A0D1-84017B724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967654"/>
            <a:ext cx="6454987" cy="4023360"/>
          </a:xfrm>
        </p:spPr>
        <p:txBody>
          <a:bodyPr>
            <a:normAutofit/>
          </a:bodyPr>
          <a:lstStyle/>
          <a:p>
            <a:r>
              <a:rPr lang="en-US" b="1"/>
              <a:t>Relational: </a:t>
            </a:r>
          </a:p>
          <a:p>
            <a:pPr lvl="1"/>
            <a:r>
              <a:rPr lang="en-US"/>
              <a:t>Things that exist</a:t>
            </a:r>
          </a:p>
          <a:p>
            <a:pPr lvl="1"/>
            <a:r>
              <a:rPr lang="en-US"/>
              <a:t>Basically store the memory of a something or some process</a:t>
            </a:r>
          </a:p>
          <a:p>
            <a:pPr lvl="1"/>
            <a:r>
              <a:rPr lang="en-US"/>
              <a:t>Goal is to match the design exactly to the customer’s real world</a:t>
            </a:r>
          </a:p>
          <a:p>
            <a:pPr lvl="1"/>
            <a:r>
              <a:rPr lang="en-US"/>
              <a:t>Can be very complex, if the customer’s needs are complex</a:t>
            </a:r>
          </a:p>
          <a:p>
            <a:pPr lvl="1"/>
            <a:r>
              <a:rPr lang="en-US"/>
              <a:t>Eliminate duplication to enhance integrity</a:t>
            </a:r>
          </a:p>
          <a:p>
            <a:r>
              <a:rPr lang="en-US" b="1"/>
              <a:t>Business Intelligence</a:t>
            </a:r>
          </a:p>
          <a:p>
            <a:pPr lvl="1"/>
            <a:r>
              <a:rPr lang="en-US"/>
              <a:t>Actions you want to quantify </a:t>
            </a:r>
          </a:p>
          <a:p>
            <a:pPr lvl="1"/>
            <a:r>
              <a:rPr lang="en-US"/>
              <a:t>Goal is to be able to answer the customer’s questions</a:t>
            </a:r>
          </a:p>
          <a:p>
            <a:pPr lvl="1"/>
            <a:r>
              <a:rPr lang="en-US"/>
              <a:t>Tuning your design to their needs is not simple</a:t>
            </a:r>
          </a:p>
          <a:p>
            <a:pPr lvl="1"/>
            <a:r>
              <a:rPr lang="en-US"/>
              <a:t>Allow duplication to enhance usability</a:t>
            </a:r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7" name="Graphic 6" descr="Handshake">
            <a:extLst>
              <a:ext uri="{FF2B5EF4-FFF2-40B4-BE49-F238E27FC236}">
                <a16:creationId xmlns:a16="http://schemas.microsoft.com/office/drawing/2014/main" id="{77CBA767-A972-56D0-DE99-9B62E7B923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20570" y="2084269"/>
            <a:ext cx="3135109" cy="313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4535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F3873-F695-5473-726A-B143E46702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4204" y="263528"/>
            <a:ext cx="8713420" cy="1450757"/>
          </a:xfrm>
        </p:spPr>
        <p:txBody>
          <a:bodyPr>
            <a:normAutofit/>
          </a:bodyPr>
          <a:lstStyle/>
          <a:p>
            <a:r>
              <a:rPr lang="en-US">
                <a:solidFill>
                  <a:schemeClr val="tx1"/>
                </a:solidFill>
              </a:rPr>
              <a:t>Difference: Model Structures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D1C6F7-4818-6125-06D0-4A3584EA4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471" y="1821671"/>
            <a:ext cx="9707991" cy="3920577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sz="1800" b="1" dirty="0"/>
              <a:t>Relational</a:t>
            </a:r>
            <a:endParaRPr lang="en-US" sz="1800" b="1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Based on Normalized Structures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Eliminates redundancies at all levels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Optimized for adding, modifying, and deleting data </a:t>
            </a:r>
            <a:r>
              <a:rPr lang="en-US" sz="1600" u="sng" dirty="0"/>
              <a:t>consistently</a:t>
            </a:r>
            <a:endParaRPr lang="en-US" sz="1600" u="sng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Tables represent individual concepts (nouns) and relationships between them</a:t>
            </a:r>
            <a:endParaRPr lang="en-US" sz="1600" dirty="0">
              <a:ea typeface="Calibri"/>
              <a:cs typeface="Calibri"/>
            </a:endParaRPr>
          </a:p>
          <a:p>
            <a:r>
              <a:rPr lang="en-US" sz="1800" b="1" dirty="0"/>
              <a:t>Business Intelligence</a:t>
            </a:r>
            <a:r>
              <a:rPr lang="en-US" sz="1800" dirty="0"/>
              <a:t> </a:t>
            </a:r>
            <a:endParaRPr lang="en-US" sz="1800" dirty="0">
              <a:ea typeface="Calibri"/>
              <a:cs typeface="Calibri"/>
            </a:endParaRPr>
          </a:p>
          <a:p>
            <a:pPr marL="383540" lvl="1"/>
            <a:r>
              <a:rPr lang="en-US" sz="1600" dirty="0"/>
              <a:t>Data Warehouse: Mix of data formats that you can pull data from/report from. Typically relational and...</a:t>
            </a:r>
            <a:endParaRPr lang="en-US" sz="1600" dirty="0">
              <a:ea typeface="Calibri"/>
              <a:cs typeface="Calibri"/>
            </a:endParaRPr>
          </a:p>
          <a:p>
            <a:pPr marL="383540" lvl="1"/>
            <a:r>
              <a:rPr lang="en-US" sz="1600"/>
              <a:t>Dimensional Modeling: </a:t>
            </a:r>
            <a:endParaRPr lang="en-US"/>
          </a:p>
          <a:p>
            <a:pPr marL="566420" lvl="2"/>
            <a:r>
              <a:rPr lang="en-US" dirty="0"/>
              <a:t>Star Schema</a:t>
            </a:r>
            <a:endParaRPr lang="en-US" dirty="0">
              <a:ea typeface="Calibri"/>
              <a:cs typeface="Calibri"/>
            </a:endParaRPr>
          </a:p>
          <a:p>
            <a:pPr marL="749300" lvl="3"/>
            <a:r>
              <a:rPr lang="en-US" dirty="0"/>
              <a:t>Fact table: Basically a single answer to one or more core questions about an action (grain)</a:t>
            </a:r>
            <a:endParaRPr lang="en-US" dirty="0">
              <a:ea typeface="Calibri"/>
              <a:cs typeface="Calibri"/>
            </a:endParaRPr>
          </a:p>
          <a:p>
            <a:pPr marL="932180" lvl="4"/>
            <a:r>
              <a:rPr lang="en-US" dirty="0"/>
              <a:t>Measures: Numeric details you can aggregate on</a:t>
            </a:r>
            <a:endParaRPr lang="en-US" dirty="0">
              <a:ea typeface="Calibri"/>
              <a:cs typeface="Calibri"/>
            </a:endParaRPr>
          </a:p>
          <a:p>
            <a:pPr marL="932180" lvl="4"/>
            <a:r>
              <a:rPr lang="en-US" dirty="0"/>
              <a:t>Dimensions: Factors you can group the answers on</a:t>
            </a:r>
            <a:endParaRPr lang="en-US" dirty="0">
              <a:ea typeface="Calibri"/>
              <a:cs typeface="Calibri"/>
            </a:endParaRPr>
          </a:p>
          <a:p>
            <a:pPr marL="749300" lvl="3"/>
            <a:r>
              <a:rPr lang="en-US" dirty="0"/>
              <a:t>Dimension Tables: Tables for more complex dimensions</a:t>
            </a:r>
            <a:endParaRPr lang="en-US" dirty="0">
              <a:ea typeface="Calibri"/>
              <a:cs typeface="Calibri"/>
            </a:endParaRPr>
          </a:p>
          <a:p>
            <a:pPr marL="566420" lvl="2"/>
            <a:r>
              <a:rPr lang="en-US" dirty="0"/>
              <a:t>Snowflake Schema</a:t>
            </a:r>
            <a:endParaRPr lang="en-US" dirty="0">
              <a:ea typeface="Calibri"/>
              <a:cs typeface="Calibri"/>
            </a:endParaRPr>
          </a:p>
          <a:p>
            <a:pPr marL="749300" lvl="3"/>
            <a:r>
              <a:rPr lang="en-US" dirty="0"/>
              <a:t>Star Schema with some normalization in the dimensions</a:t>
            </a:r>
            <a:endParaRPr lang="en-US" dirty="0">
              <a:ea typeface="Calibri"/>
              <a:cs typeface="Calibri"/>
            </a:endParaRPr>
          </a:p>
          <a:p>
            <a:pPr marL="383540" lvl="1"/>
            <a:endParaRPr lang="en-US" sz="1400"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1400"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883035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0000"/>
            <a:shade val="97000"/>
            <a:satMod val="13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C8DD82D3-D002-45B0-B16A-82B3DA4EF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399529-8ABE-48FC-35CD-DECAAE80A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5031" y="1100094"/>
            <a:ext cx="2867795" cy="1476882"/>
          </a:xfrm>
        </p:spPr>
        <p:txBody>
          <a:bodyPr anchor="ctr">
            <a:normAutofit/>
          </a:bodyPr>
          <a:lstStyle/>
          <a:p>
            <a:r>
              <a:rPr lang="en-US" sz="4500" b="1"/>
              <a:t>Warning: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F09C252-16FE-4557-AD6D-BB5CA7734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042053" y="1570271"/>
            <a:ext cx="0" cy="3200400"/>
          </a:xfrm>
          <a:prstGeom prst="line">
            <a:avLst/>
          </a:prstGeom>
          <a:ln w="31750">
            <a:solidFill>
              <a:schemeClr val="accent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538EF2-224C-EF5A-5D01-E5FDFDF8E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9099" y="1933583"/>
            <a:ext cx="6895973" cy="2471867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2900" dirty="0"/>
              <a:t>The next examples are very simplistic and for a brief description only. Your actual designs will be a lot more complex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C15B19B-E7BB-4060-B12F-3CDA8EF16A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336792"/>
            <a:ext cx="12188825" cy="521208"/>
          </a:xfrm>
          <a:prstGeom prst="rect">
            <a:avLst/>
          </a:prstGeom>
          <a:solidFill>
            <a:schemeClr val="bg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Graphic 3" descr="Slippery">
            <a:extLst>
              <a:ext uri="{FF2B5EF4-FFF2-40B4-BE49-F238E27FC236}">
                <a16:creationId xmlns:a16="http://schemas.microsoft.com/office/drawing/2014/main" id="{C634D87F-5DF3-75E9-37D7-EDB48CE376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45132" y="1166315"/>
            <a:ext cx="3200400" cy="3200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A2804B8-6B11-DC90-FA32-C1742140214F}"/>
              </a:ext>
            </a:extLst>
          </p:cNvPr>
          <p:cNvSpPr txBox="1"/>
          <p:nvPr/>
        </p:nvSpPr>
        <p:spPr>
          <a:xfrm>
            <a:off x="4347172" y="4769668"/>
            <a:ext cx="671163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/>
              <a:t>(Or your users will be very frustrated with you!)</a:t>
            </a:r>
          </a:p>
        </p:txBody>
      </p:sp>
    </p:spTree>
    <p:extLst>
      <p:ext uri="{BB962C8B-B14F-4D97-AF65-F5344CB8AC3E}">
        <p14:creationId xmlns:p14="http://schemas.microsoft.com/office/powerpoint/2010/main" val="28020015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36E6FEC8-170C-492C-84E0-54394629D1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EE940A1-B9E0-4C5D-A55E-B19742379C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81C8E47B-A563-4B44-A9B0-9316605C2E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89CEF278-62C5-49CA-8BD9-BCDBE9977F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6" y="0"/>
            <a:ext cx="4584734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088E67-37BB-0E51-7C1D-6BEC6C4BA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640080"/>
            <a:ext cx="3659246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Model Example </a:t>
            </a:r>
            <a:r>
              <a:rPr lang="en-US" sz="4400" b="1">
                <a:solidFill>
                  <a:srgbClr val="FFFFFF"/>
                </a:solidFill>
              </a:rPr>
              <a:t>Relational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168C66-2F9A-389F-430E-5959A70E6E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  <a14:imgEffect>
                      <a14:brightnessContrast contrast="31000"/>
                    </a14:imgEffect>
                  </a14:imgLayer>
                </a14:imgProps>
              </a:ext>
            </a:extLst>
          </a:blip>
          <a:srcRect l="5441" r="4594"/>
          <a:stretch/>
        </p:blipFill>
        <p:spPr>
          <a:xfrm>
            <a:off x="4724456" y="77070"/>
            <a:ext cx="7388686" cy="6180177"/>
          </a:xfrm>
          <a:prstGeom prst="rect">
            <a:avLst/>
          </a:prstGeom>
        </p:spPr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02E2466B-276C-423A-9377-78508D6A07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8475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025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8CA4C0-0F9F-0D90-C81F-516CA637E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8BE48C64-5364-4060-8928-FC052E77CD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139F791B-8515-4F50-9D32-45DD7676C0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966A6F95-73C3-44EC-9D80-3131D2D86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43" name="Rectangle 42">
            <a:extLst>
              <a:ext uri="{FF2B5EF4-FFF2-40B4-BE49-F238E27FC236}">
                <a16:creationId xmlns:a16="http://schemas.microsoft.com/office/drawing/2014/main" id="{9A04B113-9C71-4645-B2B0-6C6E7B17C73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001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115AD00-405D-4A85-8201-260CF683D5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7613486" y="0"/>
            <a:ext cx="4584734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2DED07-078C-C65D-E964-4C03D0B67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96885" y="640080"/>
            <a:ext cx="3659246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>
                <a:solidFill>
                  <a:srgbClr val="FFFFFF"/>
                </a:solidFill>
              </a:rPr>
              <a:t>Model Example </a:t>
            </a:r>
            <a:r>
              <a:rPr lang="en-US" sz="4400" b="1">
                <a:solidFill>
                  <a:srgbClr val="FFFFFF"/>
                </a:solidFill>
              </a:rPr>
              <a:t>Dimensional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929C476-8F84-427E-8917-CE08130A0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56906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E245C3F-C34A-1619-104B-D65D76B7647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27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79073" y="1229710"/>
            <a:ext cx="7313983" cy="4398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9270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94CCD7-F319-A485-46CC-4A5C90370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1A978AA-7672-42C4-B5ED-55539D564D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B938393-3C03-4A4C-9BEF-927DC2366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438656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3">
            <a:schemeClr val="l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092A857-B226-45FB-955B-CBB2C1B53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38656" y="0"/>
            <a:ext cx="3215640" cy="6858000"/>
          </a:xfrm>
          <a:prstGeom prst="rect">
            <a:avLst/>
          </a:prstGeom>
          <a:solidFill>
            <a:schemeClr val="bg2">
              <a:lumMod val="75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F7DD39-A9F0-D0FB-8AE6-5752B19EA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8656" y="2648607"/>
            <a:ext cx="2893907" cy="3451075"/>
          </a:xfrm>
        </p:spPr>
        <p:txBody>
          <a:bodyPr anchor="t">
            <a:normAutofit/>
          </a:bodyPr>
          <a:lstStyle/>
          <a:p>
            <a:pPr algn="r"/>
            <a:r>
              <a:rPr lang="en-US">
                <a:solidFill>
                  <a:srgbClr val="FFFFFF"/>
                </a:solidFill>
              </a:rPr>
              <a:t>Difference: </a:t>
            </a:r>
            <a:r>
              <a:rPr lang="en-US" b="1">
                <a:solidFill>
                  <a:srgbClr val="FFFFFF"/>
                </a:solidFill>
              </a:rPr>
              <a:t>“Usually”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17AB63-91E5-D627-4A14-7DFE66600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22742" y="258668"/>
            <a:ext cx="6800812" cy="5082806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sz="2500" dirty="0">
                <a:solidFill>
                  <a:srgbClr val="FFFFFF"/>
                </a:solidFill>
              </a:rPr>
              <a:t>"Usually"</a:t>
            </a: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Does not apply: Relational Designs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Does apply: Business Intelligence Designs</a:t>
            </a:r>
            <a:endParaRPr lang="en-US" sz="2500" dirty="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  <a:p>
            <a:pPr marL="383540" lvl="1"/>
            <a:endParaRPr lang="en-US" sz="250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  <a:p>
            <a:r>
              <a:rPr lang="en-US" sz="2500" dirty="0">
                <a:solidFill>
                  <a:srgbClr val="FFFFFF"/>
                </a:solidFill>
              </a:rPr>
              <a:t>Example “Our orders </a:t>
            </a:r>
            <a:r>
              <a:rPr lang="en-US" sz="2500" b="1" i="1" dirty="0">
                <a:solidFill>
                  <a:srgbClr val="FFFFFF"/>
                </a:solidFill>
              </a:rPr>
              <a:t>usually</a:t>
            </a:r>
            <a:r>
              <a:rPr lang="en-US" sz="2500" dirty="0">
                <a:solidFill>
                  <a:srgbClr val="FFFFFF"/>
                </a:solidFill>
              </a:rPr>
              <a:t> only have one item per order”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endParaRPr lang="en-US" sz="2500">
              <a:solidFill>
                <a:srgbClr val="FFFFFF"/>
              </a:solidFill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Relational: 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If it CAN occur, it MUST be in the model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We never model separate structures for the “exceptions”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1"/>
            <a:r>
              <a:rPr lang="en-US" sz="2500" dirty="0">
                <a:solidFill>
                  <a:srgbClr val="FFFFFF"/>
                </a:solidFill>
              </a:rPr>
              <a:t>BI: 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Make sure questions can be answered correctly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566420" lvl="2"/>
            <a:r>
              <a:rPr lang="en-US" sz="2500" dirty="0">
                <a:solidFill>
                  <a:srgbClr val="FFFFFF"/>
                </a:solidFill>
              </a:rPr>
              <a:t>Different questions using the same data MAY result in new structures</a:t>
            </a:r>
            <a:endParaRPr lang="en-US" sz="2500" dirty="0">
              <a:solidFill>
                <a:srgbClr val="FFFFFF"/>
              </a:solidFill>
              <a:ea typeface="Calibri"/>
              <a:cs typeface="Calibri"/>
            </a:endParaRPr>
          </a:p>
          <a:p>
            <a:pPr marL="383540" lvl="2" indent="0">
              <a:buNone/>
            </a:pPr>
            <a:endParaRPr lang="en-US" sz="2500">
              <a:solidFill>
                <a:srgbClr val="FFFFFF"/>
              </a:solidFill>
              <a:ea typeface="Calibri" panose="020F0502020204030204"/>
              <a:cs typeface="Calibri" panose="020F0502020204030204"/>
            </a:endParaRPr>
          </a:p>
        </p:txBody>
      </p:sp>
    </p:spTree>
    <p:extLst>
      <p:ext uri="{BB962C8B-B14F-4D97-AF65-F5344CB8AC3E}">
        <p14:creationId xmlns:p14="http://schemas.microsoft.com/office/powerpoint/2010/main" val="37706076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11973C2-EB8B-452A-A698-4A252FD3AE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2000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10162E77-11AD-44A7-84EC-40C59EEFBD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0CF4679-96CF-7D21-0F65-77EC7C89D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1601" y="634946"/>
            <a:ext cx="6368142" cy="1450757"/>
          </a:xfrm>
        </p:spPr>
        <p:txBody>
          <a:bodyPr>
            <a:normAutofit/>
          </a:bodyPr>
          <a:lstStyle/>
          <a:p>
            <a:r>
              <a:rPr lang="en-US"/>
              <a:t>Difference: Normalization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9F3C57-A4D1-D2A6-AC24-B7637715CFE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6568" r="20597" b="1"/>
          <a:stretch/>
        </p:blipFill>
        <p:spPr>
          <a:xfrm>
            <a:off x="20" y="-12128"/>
            <a:ext cx="4654276" cy="6870127"/>
          </a:xfrm>
          <a:prstGeom prst="rect">
            <a:avLst/>
          </a:prstGeom>
        </p:spPr>
      </p:pic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5AB158E9-1B40-4CD6-95F0-95CA11DF7B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87617" y="2085703"/>
            <a:ext cx="6170686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8B6DAC-F052-F8CB-144C-C0C6A56FD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1" y="2198914"/>
            <a:ext cx="6658302" cy="4135402"/>
          </a:xfrm>
        </p:spPr>
        <p:txBody>
          <a:bodyPr vert="horz" lIns="0" tIns="45720" rIns="0" bIns="45720" rtlCol="0" anchor="t">
            <a:noAutofit/>
          </a:bodyPr>
          <a:lstStyle/>
          <a:p>
            <a:r>
              <a:rPr lang="en-US" b="1" dirty="0"/>
              <a:t>I don’t like the notion that Dimensional Models are "DENORMALIZED"</a:t>
            </a:r>
          </a:p>
          <a:p>
            <a:r>
              <a:rPr lang="en-US" dirty="0"/>
              <a:t>Both typically do First Normal Form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table represents one concept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row represents one unique example of that concept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dirty="0"/>
              <a:t>Each column represents one aspect about that what the row represents</a:t>
            </a:r>
            <a:endParaRPr lang="en-US" sz="2000" dirty="0">
              <a:ea typeface="Calibri"/>
              <a:cs typeface="Calibri"/>
            </a:endParaRPr>
          </a:p>
          <a:p>
            <a:r>
              <a:rPr lang="en-US" dirty="0"/>
              <a:t>From there, they diverge:</a:t>
            </a:r>
            <a:endParaRPr lang="en-US" dirty="0">
              <a:ea typeface="Calibri"/>
              <a:cs typeface="Calibri"/>
            </a:endParaRPr>
          </a:p>
          <a:p>
            <a:pPr marL="383540" lvl="1"/>
            <a:r>
              <a:rPr lang="en-US" sz="2000" b="1" dirty="0"/>
              <a:t>Relational</a:t>
            </a:r>
            <a:r>
              <a:rPr lang="en-US" sz="2000" dirty="0"/>
              <a:t>: All about breaking things down and avoiding duplication</a:t>
            </a:r>
            <a:endParaRPr lang="en-US" sz="2000" dirty="0">
              <a:ea typeface="Calibri"/>
              <a:cs typeface="Calibri"/>
            </a:endParaRPr>
          </a:p>
          <a:p>
            <a:pPr marL="383540" lvl="1"/>
            <a:r>
              <a:rPr lang="en-US" sz="2000" b="1" dirty="0"/>
              <a:t>Dimensional</a:t>
            </a:r>
            <a:r>
              <a:rPr lang="en-US" sz="2000" dirty="0"/>
              <a:t>: Answering the questions easily and quickly is what matters. Controlled duplication is acceptable, even desirable.</a:t>
            </a:r>
            <a:endParaRPr lang="en-US" sz="2000" dirty="0">
              <a:ea typeface="Calibri"/>
              <a:cs typeface="Calibri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3988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F66E2D-A696-9FD5-54C8-19A9EB32A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123ACC-65E0-0521-C167-2533A106EC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6648" y="1144577"/>
            <a:ext cx="3255580" cy="292608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>
                <a:solidFill>
                  <a:srgbClr val="FFFFFF"/>
                </a:solidFill>
              </a:rPr>
              <a:t>My Biggest Mistake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4E85DE1-074B-DD1B-1BE8-DE62132010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3899" r="2" b="5068"/>
          <a:stretch/>
        </p:blipFill>
        <p:spPr>
          <a:xfrm>
            <a:off x="4639733" y="10"/>
            <a:ext cx="7552266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5260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75000"/>
            <a:lumOff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6D1018BC-F0EA-4895-B18C-FE08F3CA68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C9A0018-C4EF-461D-9DE6-9192642C9E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07" y="4953000"/>
            <a:ext cx="12188952" cy="1905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5C1BFE-400F-0637-57EE-0D6B9C26CA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5252936"/>
            <a:ext cx="10058400" cy="1028715"/>
          </a:xfrm>
        </p:spPr>
        <p:txBody>
          <a:bodyPr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In conclusion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A2C4DCA-385E-4F8B-8F52-F574431CAF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07" y="4906176"/>
            <a:ext cx="12188952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24780B9B-2E8D-AE49-6042-4827008749F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3987261"/>
              </p:ext>
            </p:extLst>
          </p:nvPr>
        </p:nvGraphicFramePr>
        <p:xfrm>
          <a:off x="624511" y="208505"/>
          <a:ext cx="10900477" cy="447020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8414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4EDDF-4B00-455A-BEAE-D773FB144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That’s it, time to wake up..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ADF7AF-92BC-8C6A-F1D7-9AF945F808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2374" y="1852448"/>
            <a:ext cx="8036396" cy="4399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8013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Questions? Contact info..</a:t>
            </a:r>
          </a:p>
        </p:txBody>
      </p:sp>
      <p:sp>
        <p:nvSpPr>
          <p:cNvPr id="115715" name="Rectangle 3"/>
          <p:cNvSpPr>
            <a:spLocks noGrp="1"/>
          </p:cNvSpPr>
          <p:nvPr>
            <p:ph idx="1"/>
          </p:nvPr>
        </p:nvSpPr>
        <p:spPr>
          <a:xfrm>
            <a:off x="1174531" y="1771651"/>
            <a:ext cx="9645870" cy="4525963"/>
          </a:xfrm>
        </p:spPr>
        <p:txBody>
          <a:bodyPr>
            <a:normAutofit/>
          </a:bodyPr>
          <a:lstStyle/>
          <a:p>
            <a:endParaRPr lang="en-US" b="1"/>
          </a:p>
          <a:p>
            <a:endParaRPr lang="en-US" b="1"/>
          </a:p>
          <a:p>
            <a:r>
              <a:rPr lang="en-US" b="1"/>
              <a:t>Louis Davidson – </a:t>
            </a:r>
            <a:r>
              <a:rPr lang="en-US" b="1">
                <a:hlinkClick r:id="rId3"/>
              </a:rPr>
              <a:t>louis@drsql.org</a:t>
            </a:r>
            <a:r>
              <a:rPr lang="en-US" b="1"/>
              <a:t>	</a:t>
            </a:r>
          </a:p>
          <a:p>
            <a:r>
              <a:rPr lang="en-US" b="1"/>
              <a:t>Website – </a:t>
            </a:r>
            <a:r>
              <a:rPr lang="en-US" b="1">
                <a:hlinkClick r:id="rId4"/>
              </a:rPr>
              <a:t>http://drsql.org</a:t>
            </a:r>
            <a:r>
              <a:rPr lang="en-US" b="1"/>
              <a:t> </a:t>
            </a:r>
          </a:p>
          <a:p>
            <a:pPr lvl="1"/>
            <a:r>
              <a:rPr lang="en-US" b="1">
                <a:sym typeface="Wingdings" pitchFamily="2" charset="2"/>
              </a:rPr>
              <a:t>Get slides here: </a:t>
            </a:r>
            <a:r>
              <a:rPr lang="en-US" b="1">
                <a:sym typeface="Wingdings" pitchFamily="2" charset="2"/>
                <a:hlinkClick r:id="rId5"/>
              </a:rPr>
              <a:t>https://drsql.org/presentations</a:t>
            </a:r>
            <a:r>
              <a:rPr lang="en-US" b="1">
                <a:sym typeface="Wingdings" pitchFamily="2" charset="2"/>
              </a:rPr>
              <a:t> </a:t>
            </a:r>
            <a:endParaRPr lang="en-US" b="1"/>
          </a:p>
          <a:p>
            <a:r>
              <a:rPr lang="en-US" b="1"/>
              <a:t>Twitter – </a:t>
            </a:r>
            <a:r>
              <a:rPr lang="en-US" b="1">
                <a:hlinkClick r:id="rId6"/>
              </a:rPr>
              <a:t>http://x.com/</a:t>
            </a:r>
            <a:r>
              <a:rPr lang="en-US" b="1" err="1">
                <a:hlinkClick r:id="rId6"/>
              </a:rPr>
              <a:t>drsql</a:t>
            </a:r>
            <a:r>
              <a:rPr lang="en-US" b="1"/>
              <a:t> </a:t>
            </a:r>
          </a:p>
          <a:p>
            <a:r>
              <a:rPr lang="en-US" b="1"/>
              <a:t>Blog – </a:t>
            </a:r>
            <a:r>
              <a:rPr lang="en-US" b="1">
                <a:hlinkClick r:id="rId7"/>
              </a:rPr>
              <a:t>https://</a:t>
            </a:r>
            <a:r>
              <a:rPr lang="en-US" b="1" err="1">
                <a:hlinkClick r:id="rId7"/>
              </a:rPr>
              <a:t>drsql.link</a:t>
            </a:r>
            <a:r>
              <a:rPr lang="en-US" b="1"/>
              <a:t> </a:t>
            </a:r>
          </a:p>
          <a:p>
            <a:r>
              <a:rPr lang="en-US" b="1"/>
              <a:t>LinkedIn – </a:t>
            </a:r>
            <a:r>
              <a:rPr lang="en-US" b="1">
                <a:hlinkClick r:id="rId8"/>
              </a:rPr>
              <a:t>https://</a:t>
            </a:r>
            <a:r>
              <a:rPr lang="en-US" b="1" err="1">
                <a:hlinkClick r:id="rId8"/>
              </a:rPr>
              <a:t>linkedin.com</a:t>
            </a:r>
            <a:r>
              <a:rPr lang="en-US" b="1">
                <a:hlinkClick r:id="rId8"/>
              </a:rPr>
              <a:t>/in/</a:t>
            </a:r>
            <a:r>
              <a:rPr lang="en-US" b="1" err="1">
                <a:hlinkClick r:id="rId8"/>
              </a:rPr>
              <a:t>louisdavidson</a:t>
            </a:r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14" t="23796" r="7403" b="25788"/>
          <a:stretch/>
        </p:blipFill>
        <p:spPr>
          <a:xfrm>
            <a:off x="8686801" y="1850038"/>
            <a:ext cx="2133600" cy="685686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9FD40DFB-7F06-D850-2BFE-30974803D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1310" y="2749816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Arrow: Right 6">
            <a:extLst>
              <a:ext uri="{FF2B5EF4-FFF2-40B4-BE49-F238E27FC236}">
                <a16:creationId xmlns:a16="http://schemas.microsoft.com/office/drawing/2014/main" id="{0345684C-D765-F131-BE55-86B5B95E0875}"/>
              </a:ext>
            </a:extLst>
          </p:cNvPr>
          <p:cNvSpPr/>
          <p:nvPr/>
        </p:nvSpPr>
        <p:spPr>
          <a:xfrm>
            <a:off x="7620001" y="3740416"/>
            <a:ext cx="914400" cy="1524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829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57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57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57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57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57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57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715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2999" y="2863264"/>
            <a:ext cx="10239703" cy="1470025"/>
          </a:xfrm>
        </p:spPr>
        <p:txBody>
          <a:bodyPr/>
          <a:lstStyle/>
          <a:p>
            <a:r>
              <a:rPr lang="en-US"/>
              <a:t>Thank you!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120D08-74A4-3078-9354-2002F3BA60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50318" y="2016673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D689838-DAD4-7A9C-52CC-8E732A3123F7}"/>
              </a:ext>
            </a:extLst>
          </p:cNvPr>
          <p:cNvSpPr txBox="1"/>
          <p:nvPr/>
        </p:nvSpPr>
        <p:spPr>
          <a:xfrm>
            <a:off x="8035159" y="4473667"/>
            <a:ext cx="44499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ym typeface="Wingdings" pitchFamily="2" charset="2"/>
                <a:hlinkClick r:id="rId3"/>
              </a:rPr>
              <a:t>https://drsql.org/presentations</a:t>
            </a:r>
            <a:r>
              <a:rPr lang="en-US">
                <a:sym typeface="Wingdings" pitchFamily="2" charset="2"/>
              </a:rPr>
              <a:t>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14405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Slipstream">
      <a:dk1>
        <a:sysClr val="windowText" lastClr="000000"/>
      </a:dk1>
      <a:lt1>
        <a:sysClr val="window" lastClr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E3DA18C2-75F1-4980-A5F0-165F6F71DE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Application>Microsoft Office PowerPoint</Application>
  <PresentationFormat>Widescreen</PresentationFormat>
  <Slides>24</Slides>
  <Notes>5</Notes>
  <HiddenSlides>0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24</vt:i4>
      </vt:variant>
    </vt:vector>
  </HeadingPairs>
  <TitlesOfParts>
    <vt:vector size="26" baseType="lpstr">
      <vt:lpstr>Retrospect</vt:lpstr>
      <vt:lpstr>Office Theme</vt:lpstr>
      <vt:lpstr>BI versus Relational Design</vt:lpstr>
      <vt:lpstr>Bit of a warning…</vt:lpstr>
      <vt:lpstr>And now… on with the show!</vt:lpstr>
      <vt:lpstr>Who Am I?</vt:lpstr>
      <vt:lpstr>My background</vt:lpstr>
      <vt:lpstr>PowerPoint Presentation</vt:lpstr>
      <vt:lpstr>My non-tech hobby</vt:lpstr>
      <vt:lpstr>My professional background</vt:lpstr>
      <vt:lpstr>Why do we build databases to start with?</vt:lpstr>
      <vt:lpstr>Similarities Between BI and Relational</vt:lpstr>
      <vt:lpstr>Difference: Purpose</vt:lpstr>
      <vt:lpstr>Difference: The Data Lifecycle</vt:lpstr>
      <vt:lpstr>Difference: Modeling approach</vt:lpstr>
      <vt:lpstr>Difference: Model Structures</vt:lpstr>
      <vt:lpstr>Warning:</vt:lpstr>
      <vt:lpstr>Model Example Relational</vt:lpstr>
      <vt:lpstr>Model Example Dimensional</vt:lpstr>
      <vt:lpstr>Difference: “Usually”</vt:lpstr>
      <vt:lpstr>Difference: Normalization</vt:lpstr>
      <vt:lpstr>My Biggest Mistake</vt:lpstr>
      <vt:lpstr>In conclusion</vt:lpstr>
      <vt:lpstr>That’s it, time to wake up..</vt:lpstr>
      <vt:lpstr>Questions? Contact info..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 versus Relational Design</dc:title>
  <dc:creator>Louis Davidson</dc:creator>
  <cp:revision>41</cp:revision>
  <dcterms:created xsi:type="dcterms:W3CDTF">2025-02-08T22:44:31Z</dcterms:created>
  <dcterms:modified xsi:type="dcterms:W3CDTF">2025-10-02T17:20:20Z</dcterms:modified>
</cp:coreProperties>
</file>