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32"/>
  </p:notesMasterIdLst>
  <p:sldIdLst>
    <p:sldId id="256" r:id="rId3"/>
    <p:sldId id="622" r:id="rId4"/>
    <p:sldId id="261" r:id="rId5"/>
    <p:sldId id="624" r:id="rId6"/>
    <p:sldId id="625" r:id="rId7"/>
    <p:sldId id="264" r:id="rId8"/>
    <p:sldId id="262" r:id="rId9"/>
    <p:sldId id="540" r:id="rId10"/>
    <p:sldId id="257" r:id="rId11"/>
    <p:sldId id="621" r:id="rId12"/>
    <p:sldId id="611" r:id="rId13"/>
    <p:sldId id="619" r:id="rId14"/>
    <p:sldId id="545" r:id="rId15"/>
    <p:sldId id="263" r:id="rId16"/>
    <p:sldId id="613" r:id="rId17"/>
    <p:sldId id="626" r:id="rId18"/>
    <p:sldId id="267" r:id="rId19"/>
    <p:sldId id="266" r:id="rId20"/>
    <p:sldId id="615" r:id="rId21"/>
    <p:sldId id="265" r:id="rId22"/>
    <p:sldId id="618" r:id="rId23"/>
    <p:sldId id="620" r:id="rId24"/>
    <p:sldId id="614" r:id="rId25"/>
    <p:sldId id="268" r:id="rId26"/>
    <p:sldId id="612" r:id="rId27"/>
    <p:sldId id="616" r:id="rId28"/>
    <p:sldId id="617" r:id="rId29"/>
    <p:sldId id="513" r:id="rId30"/>
    <p:sldId id="51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D82340-7524-4094-993C-675222D88B53}" v="296" dt="2026-03-21T17:38:11.5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son, Louis" userId="1e9fb052-0758-4f58-97c2-53dae8166b4e" providerId="ADAL" clId="{C02D0E78-79A1-46E4-9F52-4179D9505664}"/>
    <pc:docChg chg="undo custSel addSld delSld modSld">
      <pc:chgData name="Davidson, Louis" userId="1e9fb052-0758-4f58-97c2-53dae8166b4e" providerId="ADAL" clId="{C02D0E78-79A1-46E4-9F52-4179D9505664}" dt="2026-03-21T17:40:13.662" v="886" actId="20577"/>
      <pc:docMkLst>
        <pc:docMk/>
      </pc:docMkLst>
      <pc:sldChg chg="modSp mod">
        <pc:chgData name="Davidson, Louis" userId="1e9fb052-0758-4f58-97c2-53dae8166b4e" providerId="ADAL" clId="{C02D0E78-79A1-46E4-9F52-4179D9505664}" dt="2026-03-21T17:40:13.662" v="886" actId="20577"/>
        <pc:sldMkLst>
          <pc:docMk/>
          <pc:sldMk cId="3013900184" sldId="256"/>
        </pc:sldMkLst>
        <pc:spChg chg="mod">
          <ac:chgData name="Davidson, Louis" userId="1e9fb052-0758-4f58-97c2-53dae8166b4e" providerId="ADAL" clId="{C02D0E78-79A1-46E4-9F52-4179D9505664}" dt="2026-03-21T17:40:13.662" v="886" actId="20577"/>
          <ac:spMkLst>
            <pc:docMk/>
            <pc:sldMk cId="3013900184" sldId="256"/>
            <ac:spMk id="2" creationId="{84713F96-10E6-7EA9-471D-D769A10B7E8F}"/>
          </ac:spMkLst>
        </pc:spChg>
      </pc:sldChg>
      <pc:sldChg chg="add setBg">
        <pc:chgData name="Davidson, Louis" userId="1e9fb052-0758-4f58-97c2-53dae8166b4e" providerId="ADAL" clId="{C02D0E78-79A1-46E4-9F52-4179D9505664}" dt="2026-03-21T01:21:39.649" v="333"/>
        <pc:sldMkLst>
          <pc:docMk/>
          <pc:sldMk cId="1729477822" sldId="261"/>
        </pc:sldMkLst>
      </pc:sldChg>
      <pc:sldChg chg="modSp mod modAnim">
        <pc:chgData name="Davidson, Louis" userId="1e9fb052-0758-4f58-97c2-53dae8166b4e" providerId="ADAL" clId="{C02D0E78-79A1-46E4-9F52-4179D9505664}" dt="2026-03-16T23:25:03.453" v="197" actId="20577"/>
        <pc:sldMkLst>
          <pc:docMk/>
          <pc:sldMk cId="2466170329" sldId="263"/>
        </pc:sldMkLst>
        <pc:spChg chg="mod">
          <ac:chgData name="Davidson, Louis" userId="1e9fb052-0758-4f58-97c2-53dae8166b4e" providerId="ADAL" clId="{C02D0E78-79A1-46E4-9F52-4179D9505664}" dt="2026-03-16T23:25:03.453" v="197" actId="20577"/>
          <ac:spMkLst>
            <pc:docMk/>
            <pc:sldMk cId="2466170329" sldId="263"/>
            <ac:spMk id="2" creationId="{75BAC107-78E7-1AD9-0D67-AA41202A8C37}"/>
          </ac:spMkLst>
        </pc:spChg>
        <pc:spChg chg="mod">
          <ac:chgData name="Davidson, Louis" userId="1e9fb052-0758-4f58-97c2-53dae8166b4e" providerId="ADAL" clId="{C02D0E78-79A1-46E4-9F52-4179D9505664}" dt="2026-03-16T23:23:39.977" v="159" actId="20577"/>
          <ac:spMkLst>
            <pc:docMk/>
            <pc:sldMk cId="2466170329" sldId="263"/>
            <ac:spMk id="3" creationId="{DE2DAA44-A15E-9869-C24E-EB7893C5651A}"/>
          </ac:spMkLst>
        </pc:spChg>
      </pc:sldChg>
      <pc:sldChg chg="modSp mod">
        <pc:chgData name="Davidson, Louis" userId="1e9fb052-0758-4f58-97c2-53dae8166b4e" providerId="ADAL" clId="{C02D0E78-79A1-46E4-9F52-4179D9505664}" dt="2026-03-16T23:18:05.719" v="132" actId="20577"/>
        <pc:sldMkLst>
          <pc:docMk/>
          <pc:sldMk cId="1009196265" sldId="264"/>
        </pc:sldMkLst>
        <pc:spChg chg="mod">
          <ac:chgData name="Davidson, Louis" userId="1e9fb052-0758-4f58-97c2-53dae8166b4e" providerId="ADAL" clId="{C02D0E78-79A1-46E4-9F52-4179D9505664}" dt="2026-03-16T23:18:05.719" v="132" actId="20577"/>
          <ac:spMkLst>
            <pc:docMk/>
            <pc:sldMk cId="1009196265" sldId="264"/>
            <ac:spMk id="3" creationId="{B9DEF34A-DA35-945D-F57F-285A0C8B56F0}"/>
          </ac:spMkLst>
        </pc:spChg>
      </pc:sldChg>
      <pc:sldChg chg="modSp">
        <pc:chgData name="Davidson, Louis" userId="1e9fb052-0758-4f58-97c2-53dae8166b4e" providerId="ADAL" clId="{C02D0E78-79A1-46E4-9F52-4179D9505664}" dt="2026-03-16T23:27:09.781" v="299" actId="20577"/>
        <pc:sldMkLst>
          <pc:docMk/>
          <pc:sldMk cId="3044535086" sldId="266"/>
        </pc:sldMkLst>
        <pc:spChg chg="mod">
          <ac:chgData name="Davidson, Louis" userId="1e9fb052-0758-4f58-97c2-53dae8166b4e" providerId="ADAL" clId="{C02D0E78-79A1-46E4-9F52-4179D9505664}" dt="2026-03-16T23:27:09.781" v="299" actId="20577"/>
          <ac:spMkLst>
            <pc:docMk/>
            <pc:sldMk cId="3044535086" sldId="266"/>
            <ac:spMk id="3" creationId="{216A38E6-3139-0CBB-A0D1-84017B724BC0}"/>
          </ac:spMkLst>
        </pc:spChg>
      </pc:sldChg>
      <pc:sldChg chg="modSp">
        <pc:chgData name="Davidson, Louis" userId="1e9fb052-0758-4f58-97c2-53dae8166b4e" providerId="ADAL" clId="{C02D0E78-79A1-46E4-9F52-4179D9505664}" dt="2026-03-16T23:26:58.486" v="288" actId="20577"/>
        <pc:sldMkLst>
          <pc:docMk/>
          <pc:sldMk cId="87735207" sldId="267"/>
        </pc:sldMkLst>
        <pc:spChg chg="mod">
          <ac:chgData name="Davidson, Louis" userId="1e9fb052-0758-4f58-97c2-53dae8166b4e" providerId="ADAL" clId="{C02D0E78-79A1-46E4-9F52-4179D9505664}" dt="2026-03-16T23:26:58.486" v="288" actId="20577"/>
          <ac:spMkLst>
            <pc:docMk/>
            <pc:sldMk cId="87735207" sldId="267"/>
            <ac:spMk id="3" creationId="{0C402EF1-A632-922D-0F70-BCC152B7CF65}"/>
          </ac:spMkLst>
        </pc:spChg>
      </pc:sldChg>
      <pc:sldChg chg="modSp">
        <pc:chgData name="Davidson, Louis" userId="1e9fb052-0758-4f58-97c2-53dae8166b4e" providerId="ADAL" clId="{C02D0E78-79A1-46E4-9F52-4179D9505664}" dt="2026-03-21T02:24:13.257" v="378" actId="20577"/>
        <pc:sldMkLst>
          <pc:docMk/>
          <pc:sldMk cId="1146398831" sldId="268"/>
        </pc:sldMkLst>
        <pc:spChg chg="mod">
          <ac:chgData name="Davidson, Louis" userId="1e9fb052-0758-4f58-97c2-53dae8166b4e" providerId="ADAL" clId="{C02D0E78-79A1-46E4-9F52-4179D9505664}" dt="2026-03-21T02:24:13.257" v="378" actId="20577"/>
          <ac:spMkLst>
            <pc:docMk/>
            <pc:sldMk cId="1146398831" sldId="268"/>
            <ac:spMk id="3" creationId="{428B6DAC-F052-F8CB-144C-C0C6A56FDC61}"/>
          </ac:spMkLst>
        </pc:spChg>
      </pc:sldChg>
      <pc:sldChg chg="modSp mod modAnim">
        <pc:chgData name="Davidson, Louis" userId="1e9fb052-0758-4f58-97c2-53dae8166b4e" providerId="ADAL" clId="{C02D0E78-79A1-46E4-9F52-4179D9505664}" dt="2026-03-21T02:36:13.029" v="402" actId="1076"/>
        <pc:sldMkLst>
          <pc:docMk/>
          <pc:sldMk cId="2469829145" sldId="513"/>
        </pc:sldMkLst>
        <pc:spChg chg="mod">
          <ac:chgData name="Davidson, Louis" userId="1e9fb052-0758-4f58-97c2-53dae8166b4e" providerId="ADAL" clId="{C02D0E78-79A1-46E4-9F52-4179D9505664}" dt="2026-03-21T02:36:10.510" v="401" actId="1076"/>
          <ac:spMkLst>
            <pc:docMk/>
            <pc:sldMk cId="2469829145" sldId="513"/>
            <ac:spMk id="7" creationId="{0345684C-D765-F131-BE55-86B5B95E0875}"/>
          </ac:spMkLst>
        </pc:spChg>
        <pc:spChg chg="mod">
          <ac:chgData name="Davidson, Louis" userId="1e9fb052-0758-4f58-97c2-53dae8166b4e" providerId="ADAL" clId="{C02D0E78-79A1-46E4-9F52-4179D9505664}" dt="2026-03-21T02:36:00.535" v="400" actId="20577"/>
          <ac:spMkLst>
            <pc:docMk/>
            <pc:sldMk cId="2469829145" sldId="513"/>
            <ac:spMk id="115715" creationId="{00000000-0000-0000-0000-000000000000}"/>
          </ac:spMkLst>
        </pc:spChg>
        <pc:picChg chg="mod">
          <ac:chgData name="Davidson, Louis" userId="1e9fb052-0758-4f58-97c2-53dae8166b4e" providerId="ADAL" clId="{C02D0E78-79A1-46E4-9F52-4179D9505664}" dt="2026-03-21T02:36:13.029" v="402" actId="1076"/>
          <ac:picMkLst>
            <pc:docMk/>
            <pc:sldMk cId="2469829145" sldId="513"/>
            <ac:picMk id="3" creationId="{78CAD375-C7B1-E8DA-A791-3BD8A8AB2460}"/>
          </ac:picMkLst>
        </pc:picChg>
      </pc:sldChg>
      <pc:sldChg chg="addSp delSp modSp mod setBg modAnim">
        <pc:chgData name="Davidson, Louis" userId="1e9fb052-0758-4f58-97c2-53dae8166b4e" providerId="ADAL" clId="{C02D0E78-79A1-46E4-9F52-4179D9505664}" dt="2026-03-21T17:31:05.524" v="464" actId="20577"/>
        <pc:sldMkLst>
          <pc:docMk/>
          <pc:sldMk cId="929612929" sldId="540"/>
        </pc:sldMkLst>
        <pc:spChg chg="mo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" creationId="{00000000-0000-0000-0000-000000000000}"/>
          </ac:spMkLst>
        </pc:spChg>
        <pc:spChg chg="mod ord">
          <ac:chgData name="Davidson, Louis" userId="1e9fb052-0758-4f58-97c2-53dae8166b4e" providerId="ADAL" clId="{C02D0E78-79A1-46E4-9F52-4179D9505664}" dt="2026-03-21T17:31:05.524" v="464" actId="20577"/>
          <ac:spMkLst>
            <pc:docMk/>
            <pc:sldMk cId="929612929" sldId="540"/>
            <ac:spMk id="3" creationId="{00000000-0000-0000-0000-000000000000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7" creationId="{11D64472-9720-4FBC-B628-F62EE9D0158A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9" creationId="{DF7BD5AB-415F-42D4-8FC0-DCC5D1101D85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30" creationId="{2A8EBF22-DAF1-4100-AA4A-A077B68E3AB8}"/>
          </ac:spMkLst>
        </pc:spChg>
        <pc:picChg chg="mod">
          <ac:chgData name="Davidson, Louis" userId="1e9fb052-0758-4f58-97c2-53dae8166b4e" providerId="ADAL" clId="{C02D0E78-79A1-46E4-9F52-4179D9505664}" dt="2026-02-26T00:59:15.888" v="130" actId="26606"/>
          <ac:picMkLst>
            <pc:docMk/>
            <pc:sldMk cId="929612929" sldId="540"/>
            <ac:picMk id="7" creationId="{54851473-A269-1E6C-53A7-F41E1F79E846}"/>
          </ac:picMkLst>
        </pc:picChg>
        <pc:cxnChg chg="add">
          <ac:chgData name="Davidson, Louis" userId="1e9fb052-0758-4f58-97c2-53dae8166b4e" providerId="ADAL" clId="{C02D0E78-79A1-46E4-9F52-4179D9505664}" dt="2026-02-26T00:59:15.888" v="130" actId="26606"/>
          <ac:cxnSpMkLst>
            <pc:docMk/>
            <pc:sldMk cId="929612929" sldId="540"/>
            <ac:cxnSpMk id="28" creationId="{C8274B1F-2E6E-4044-94F7-2AB4E90F65D4}"/>
          </ac:cxnSpMkLst>
        </pc:cxnChg>
      </pc:sldChg>
      <pc:sldChg chg="delSp modSp mod delAnim">
        <pc:chgData name="Davidson, Louis" userId="1e9fb052-0758-4f58-97c2-53dae8166b4e" providerId="ADAL" clId="{C02D0E78-79A1-46E4-9F52-4179D9505664}" dt="2026-03-21T17:30:44.086" v="446" actId="404"/>
        <pc:sldMkLst>
          <pc:docMk/>
          <pc:sldMk cId="536538950" sldId="611"/>
        </pc:sldMkLst>
        <pc:spChg chg="mod">
          <ac:chgData name="Davidson, Louis" userId="1e9fb052-0758-4f58-97c2-53dae8166b4e" providerId="ADAL" clId="{C02D0E78-79A1-46E4-9F52-4179D9505664}" dt="2026-03-21T17:30:44.086" v="446" actId="404"/>
          <ac:spMkLst>
            <pc:docMk/>
            <pc:sldMk cId="536538950" sldId="611"/>
            <ac:spMk id="2" creationId="{053E6CBE-4465-5C2C-996B-E22FC24E8A2A}"/>
          </ac:spMkLst>
        </pc:spChg>
        <pc:spChg chg="del mod">
          <ac:chgData name="Davidson, Louis" userId="1e9fb052-0758-4f58-97c2-53dae8166b4e" providerId="ADAL" clId="{C02D0E78-79A1-46E4-9F52-4179D9505664}" dt="2026-03-21T17:30:09.723" v="422" actId="478"/>
          <ac:spMkLst>
            <pc:docMk/>
            <pc:sldMk cId="536538950" sldId="611"/>
            <ac:spMk id="10" creationId="{2A94242A-DE02-AF42-5ADB-C2FF2730A9A7}"/>
          </ac:spMkLst>
        </pc:spChg>
        <pc:spChg chg="del">
          <ac:chgData name="Davidson, Louis" userId="1e9fb052-0758-4f58-97c2-53dae8166b4e" providerId="ADAL" clId="{C02D0E78-79A1-46E4-9F52-4179D9505664}" dt="2026-03-21T17:30:00.778" v="420" actId="478"/>
          <ac:spMkLst>
            <pc:docMk/>
            <pc:sldMk cId="536538950" sldId="611"/>
            <ac:spMk id="11" creationId="{7960C77A-7EFC-2747-6A15-EDBB7CB237D3}"/>
          </ac:spMkLst>
        </pc:spChg>
        <pc:spChg chg="del mod">
          <ac:chgData name="Davidson, Louis" userId="1e9fb052-0758-4f58-97c2-53dae8166b4e" providerId="ADAL" clId="{C02D0E78-79A1-46E4-9F52-4179D9505664}" dt="2026-03-21T17:30:26.565" v="425" actId="478"/>
          <ac:spMkLst>
            <pc:docMk/>
            <pc:sldMk cId="536538950" sldId="611"/>
            <ac:spMk id="12" creationId="{C869B267-7304-F5D4-908A-F7365A6DE930}"/>
          </ac:spMkLst>
        </pc:spChg>
        <pc:picChg chg="mod">
          <ac:chgData name="Davidson, Louis" userId="1e9fb052-0758-4f58-97c2-53dae8166b4e" providerId="ADAL" clId="{C02D0E78-79A1-46E4-9F52-4179D9505664}" dt="2026-03-21T17:30:17.708" v="423" actId="1076"/>
          <ac:picMkLst>
            <pc:docMk/>
            <pc:sldMk cId="536538950" sldId="611"/>
            <ac:picMk id="1026" creationId="{185AA850-4FE6-78FD-C2F0-9A2EB36A9D00}"/>
          </ac:picMkLst>
        </pc:picChg>
      </pc:sldChg>
      <pc:sldChg chg="modSp">
        <pc:chgData name="Davidson, Louis" userId="1e9fb052-0758-4f58-97c2-53dae8166b4e" providerId="ADAL" clId="{C02D0E78-79A1-46E4-9F52-4179D9505664}" dt="2026-03-16T23:24:53.525" v="184" actId="20577"/>
        <pc:sldMkLst>
          <pc:docMk/>
          <pc:sldMk cId="2540003470" sldId="613"/>
        </pc:sldMkLst>
        <pc:spChg chg="mod">
          <ac:chgData name="Davidson, Louis" userId="1e9fb052-0758-4f58-97c2-53dae8166b4e" providerId="ADAL" clId="{C02D0E78-79A1-46E4-9F52-4179D9505664}" dt="2026-03-16T23:24:53.525" v="184" actId="20577"/>
          <ac:spMkLst>
            <pc:docMk/>
            <pc:sldMk cId="2540003470" sldId="613"/>
            <ac:spMk id="3" creationId="{7AA1921E-4908-AD45-D17D-DD2797FAFD4D}"/>
          </ac:spMkLst>
        </pc:spChg>
      </pc:sldChg>
      <pc:sldChg chg="modSp">
        <pc:chgData name="Davidson, Louis" userId="1e9fb052-0758-4f58-97c2-53dae8166b4e" providerId="ADAL" clId="{C02D0E78-79A1-46E4-9F52-4179D9505664}" dt="2026-03-16T23:31:27.797" v="332" actId="20577"/>
        <pc:sldMkLst>
          <pc:docMk/>
          <pc:sldMk cId="3770607672" sldId="614"/>
        </pc:sldMkLst>
        <pc:spChg chg="mod">
          <ac:chgData name="Davidson, Louis" userId="1e9fb052-0758-4f58-97c2-53dae8166b4e" providerId="ADAL" clId="{C02D0E78-79A1-46E4-9F52-4179D9505664}" dt="2026-03-16T23:31:27.797" v="332" actId="20577"/>
          <ac:spMkLst>
            <pc:docMk/>
            <pc:sldMk cId="3770607672" sldId="614"/>
            <ac:spMk id="3" creationId="{D817AB63-91E5-D627-4A14-7DFE66600984}"/>
          </ac:spMkLst>
        </pc:spChg>
      </pc:sldChg>
      <pc:sldChg chg="modSp modAnim">
        <pc:chgData name="Davidson, Louis" userId="1e9fb052-0758-4f58-97c2-53dae8166b4e" providerId="ADAL" clId="{C02D0E78-79A1-46E4-9F52-4179D9505664}" dt="2026-03-16T23:28:40.003" v="317" actId="403"/>
        <pc:sldMkLst>
          <pc:docMk/>
          <pc:sldMk cId="3883035879" sldId="615"/>
        </pc:sldMkLst>
        <pc:spChg chg="mod">
          <ac:chgData name="Davidson, Louis" userId="1e9fb052-0758-4f58-97c2-53dae8166b4e" providerId="ADAL" clId="{C02D0E78-79A1-46E4-9F52-4179D9505664}" dt="2026-03-16T23:28:40.003" v="317" actId="403"/>
          <ac:spMkLst>
            <pc:docMk/>
            <pc:sldMk cId="3883035879" sldId="615"/>
            <ac:spMk id="3" creationId="{75D1C6F7-4818-6125-06D0-4A3584EA4483}"/>
          </ac:spMkLst>
        </pc:spChg>
      </pc:sldChg>
      <pc:sldChg chg="addSp modSp mod setBg">
        <pc:chgData name="Davidson, Louis" userId="1e9fb052-0758-4f58-97c2-53dae8166b4e" providerId="ADAL" clId="{C02D0E78-79A1-46E4-9F52-4179D9505664}" dt="2026-02-26T00:59:24.227" v="131" actId="26606"/>
        <pc:sldMkLst>
          <pc:docMk/>
          <pc:sldMk cId="3789927490" sldId="619"/>
        </pc:sldMkLst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2" creationId="{805052DB-6D1C-251D-E1E6-349CA50F5D3E}"/>
          </ac:spMkLst>
        </pc:spChg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3" creationId="{7023FE88-97DB-AC47-6068-8EF63FA5BEE9}"/>
          </ac:spMkLst>
        </pc:spChg>
        <pc:spChg chg="ad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9" creationId="{990D0034-F768-41E7-85D4-F38C4DE85770}"/>
          </ac:spMkLst>
        </pc:spChg>
        <pc:picChg chg="add">
          <ac:chgData name="Davidson, Louis" userId="1e9fb052-0758-4f58-97c2-53dae8166b4e" providerId="ADAL" clId="{C02D0E78-79A1-46E4-9F52-4179D9505664}" dt="2026-02-26T00:59:24.227" v="131" actId="26606"/>
          <ac:picMkLst>
            <pc:docMk/>
            <pc:sldMk cId="3789927490" sldId="619"/>
            <ac:picMk id="5" creationId="{9F776DE8-7CB2-4D90-977B-58788B20B570}"/>
          </ac:picMkLst>
        </pc:picChg>
        <pc:cxnChg chg="add">
          <ac:chgData name="Davidson, Louis" userId="1e9fb052-0758-4f58-97c2-53dae8166b4e" providerId="ADAL" clId="{C02D0E78-79A1-46E4-9F52-4179D9505664}" dt="2026-02-26T00:59:24.227" v="131" actId="26606"/>
          <ac:cxnSpMkLst>
            <pc:docMk/>
            <pc:sldMk cId="3789927490" sldId="619"/>
            <ac:cxnSpMk id="11" creationId="{5A0A5CF6-407C-4691-8122-49DF69D0020D}"/>
          </ac:cxnSpMkLst>
        </pc:cxnChg>
      </pc:sldChg>
      <pc:sldChg chg="add setBg">
        <pc:chgData name="Davidson, Louis" userId="1e9fb052-0758-4f58-97c2-53dae8166b4e" providerId="ADAL" clId="{C02D0E78-79A1-46E4-9F52-4179D9505664}" dt="2026-03-21T01:21:39.649" v="333"/>
        <pc:sldMkLst>
          <pc:docMk/>
          <pc:sldMk cId="0" sldId="622"/>
        </pc:sldMkLst>
      </pc:sldChg>
      <pc:sldChg chg="add del setBg">
        <pc:chgData name="Davidson, Louis" userId="1e9fb052-0758-4f58-97c2-53dae8166b4e" providerId="ADAL" clId="{C02D0E78-79A1-46E4-9F52-4179D9505664}" dt="2026-03-21T01:24:11.758" v="334" actId="47"/>
        <pc:sldMkLst>
          <pc:docMk/>
          <pc:sldMk cId="4165344062" sldId="623"/>
        </pc:sldMkLst>
      </pc:sldChg>
      <pc:sldChg chg="add setBg">
        <pc:chgData name="Davidson, Louis" userId="1e9fb052-0758-4f58-97c2-53dae8166b4e" providerId="ADAL" clId="{C02D0E78-79A1-46E4-9F52-4179D9505664}" dt="2026-03-21T01:21:39.649" v="333"/>
        <pc:sldMkLst>
          <pc:docMk/>
          <pc:sldMk cId="2347446544" sldId="624"/>
        </pc:sldMkLst>
      </pc:sldChg>
      <pc:sldChg chg="add setBg">
        <pc:chgData name="Davidson, Louis" userId="1e9fb052-0758-4f58-97c2-53dae8166b4e" providerId="ADAL" clId="{C02D0E78-79A1-46E4-9F52-4179D9505664}" dt="2026-03-21T01:21:39.649" v="333"/>
        <pc:sldMkLst>
          <pc:docMk/>
          <pc:sldMk cId="2623640545" sldId="625"/>
        </pc:sldMkLst>
      </pc:sldChg>
      <pc:sldChg chg="addSp delSp modSp new mod modNotesTx">
        <pc:chgData name="Davidson, Louis" userId="1e9fb052-0758-4f58-97c2-53dae8166b4e" providerId="ADAL" clId="{C02D0E78-79A1-46E4-9F52-4179D9505664}" dt="2026-03-21T17:39:08.159" v="885" actId="20577"/>
        <pc:sldMkLst>
          <pc:docMk/>
          <pc:sldMk cId="2781594917" sldId="626"/>
        </pc:sldMkLst>
        <pc:spChg chg="mod">
          <ac:chgData name="Davidson, Louis" userId="1e9fb052-0758-4f58-97c2-53dae8166b4e" providerId="ADAL" clId="{C02D0E78-79A1-46E4-9F52-4179D9505664}" dt="2026-03-21T17:39:01.217" v="872" actId="20577"/>
          <ac:spMkLst>
            <pc:docMk/>
            <pc:sldMk cId="2781594917" sldId="626"/>
            <ac:spMk id="2" creationId="{7D16CBCD-B846-1833-3401-A4114AB9B261}"/>
          </ac:spMkLst>
        </pc:spChg>
        <pc:spChg chg="del mod">
          <ac:chgData name="Davidson, Louis" userId="1e9fb052-0758-4f58-97c2-53dae8166b4e" providerId="ADAL" clId="{C02D0E78-79A1-46E4-9F52-4179D9505664}" dt="2026-03-21T17:38:51.624" v="871" actId="478"/>
          <ac:spMkLst>
            <pc:docMk/>
            <pc:sldMk cId="2781594917" sldId="626"/>
            <ac:spMk id="3" creationId="{AA72C814-B40B-B857-D2B5-B9BED213134E}"/>
          </ac:spMkLst>
        </pc:spChg>
        <pc:graphicFrameChg chg="add mod modGraphic">
          <ac:chgData name="Davidson, Louis" userId="1e9fb052-0758-4f58-97c2-53dae8166b4e" providerId="ADAL" clId="{C02D0E78-79A1-46E4-9F52-4179D9505664}" dt="2026-03-21T17:39:08.159" v="885" actId="20577"/>
          <ac:graphicFrameMkLst>
            <pc:docMk/>
            <pc:sldMk cId="2781594917" sldId="626"/>
            <ac:graphicFrameMk id="4" creationId="{4CA5AB85-4D87-C4C5-40B0-F821430E2BF0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C2821A-7275-4E75-9C4F-FF3EB3EFCB63}" type="doc">
      <dgm:prSet loTypeId="urn:microsoft.com/office/officeart/2005/8/layout/default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8A229B-6E55-4B25-8887-5FB59199E8C8}">
      <dgm:prSet/>
      <dgm:spPr/>
      <dgm:t>
        <a:bodyPr/>
        <a:lstStyle/>
        <a:p>
          <a:r>
            <a:rPr lang="en-US" dirty="0"/>
            <a:t>Simple databases designed for special reasons’</a:t>
          </a:r>
        </a:p>
      </dgm:t>
    </dgm:pt>
    <dgm:pt modelId="{9BC7F62C-932B-43B5-9F0D-3A1CA288EF88}" type="parTrans" cxnId="{C2DD7641-281D-46AA-8EB5-2ADD94F42534}">
      <dgm:prSet/>
      <dgm:spPr/>
      <dgm:t>
        <a:bodyPr/>
        <a:lstStyle/>
        <a:p>
          <a:endParaRPr lang="en-US"/>
        </a:p>
      </dgm:t>
    </dgm:pt>
    <dgm:pt modelId="{DF98CF18-1394-43C7-9920-A06FF0366D6B}" type="sibTrans" cxnId="{C2DD7641-281D-46AA-8EB5-2ADD94F42534}">
      <dgm:prSet/>
      <dgm:spPr/>
      <dgm:t>
        <a:bodyPr/>
        <a:lstStyle/>
        <a:p>
          <a:endParaRPr lang="en-US"/>
        </a:p>
      </dgm:t>
    </dgm:pt>
    <dgm:pt modelId="{DDB9BF62-587E-43A8-BA9E-69731DDB6DE9}">
      <dgm:prSet/>
      <dgm:spPr/>
      <dgm:t>
        <a:bodyPr/>
        <a:lstStyle/>
        <a:p>
          <a:r>
            <a:rPr lang="en-US" dirty="0"/>
            <a:t>Databases built with no design in mind</a:t>
          </a:r>
        </a:p>
      </dgm:t>
    </dgm:pt>
    <dgm:pt modelId="{F349A802-C92C-4618-931A-582894DC017C}" type="parTrans" cxnId="{4A258513-2D72-46CC-A189-69E40B15EBD8}">
      <dgm:prSet/>
      <dgm:spPr/>
      <dgm:t>
        <a:bodyPr/>
        <a:lstStyle/>
        <a:p>
          <a:endParaRPr lang="en-US"/>
        </a:p>
      </dgm:t>
    </dgm:pt>
    <dgm:pt modelId="{F5536C45-ADA7-495B-A464-3A6AA4224916}" type="sibTrans" cxnId="{4A258513-2D72-46CC-A189-69E40B15EBD8}">
      <dgm:prSet/>
      <dgm:spPr/>
      <dgm:t>
        <a:bodyPr/>
        <a:lstStyle/>
        <a:p>
          <a:endParaRPr lang="en-US"/>
        </a:p>
      </dgm:t>
    </dgm:pt>
    <dgm:pt modelId="{50DB99BC-75FF-408D-9425-83A33ADC43B7}">
      <dgm:prSet/>
      <dgm:spPr/>
      <dgm:t>
        <a:bodyPr/>
        <a:lstStyle/>
        <a:p>
          <a:r>
            <a:rPr lang="en-US" dirty="0"/>
            <a:t>NoSQL databases</a:t>
          </a:r>
        </a:p>
      </dgm:t>
    </dgm:pt>
    <dgm:pt modelId="{61EFDD3D-5004-437D-9DC7-A04EBCC2A2BC}" type="parTrans" cxnId="{BDEB7397-E956-4AD8-885E-8C0E31ECC933}">
      <dgm:prSet/>
      <dgm:spPr/>
      <dgm:t>
        <a:bodyPr/>
        <a:lstStyle/>
        <a:p>
          <a:endParaRPr lang="en-US"/>
        </a:p>
      </dgm:t>
    </dgm:pt>
    <dgm:pt modelId="{418891A9-1F7A-4F6A-B38E-57CE27D47984}" type="sibTrans" cxnId="{BDEB7397-E956-4AD8-885E-8C0E31ECC933}">
      <dgm:prSet/>
      <dgm:spPr/>
      <dgm:t>
        <a:bodyPr/>
        <a:lstStyle/>
        <a:p>
          <a:endParaRPr lang="en-US"/>
        </a:p>
      </dgm:t>
    </dgm:pt>
    <dgm:pt modelId="{B1A1B51B-EA03-42AD-A339-7AC2A1F65DA7}">
      <dgm:prSet/>
      <dgm:spPr/>
      <dgm:t>
        <a:bodyPr/>
        <a:lstStyle/>
        <a:p>
          <a:r>
            <a:rPr lang="en-US" dirty="0" err="1"/>
            <a:t>Etc</a:t>
          </a:r>
          <a:r>
            <a:rPr lang="en-US" dirty="0"/>
            <a:t>, </a:t>
          </a:r>
          <a:r>
            <a:rPr lang="en-US" dirty="0" err="1"/>
            <a:t>etc</a:t>
          </a:r>
          <a:r>
            <a:rPr lang="en-US" dirty="0"/>
            <a:t>, </a:t>
          </a:r>
          <a:r>
            <a:rPr lang="en-US" dirty="0" err="1"/>
            <a:t>etc</a:t>
          </a:r>
          <a:endParaRPr lang="en-US" dirty="0"/>
        </a:p>
      </dgm:t>
    </dgm:pt>
    <dgm:pt modelId="{928DBB15-F282-49D6-9CAF-F1BDD4177E2A}" type="parTrans" cxnId="{3FD28E19-CA38-442F-89FA-8BC42F216662}">
      <dgm:prSet/>
      <dgm:spPr/>
      <dgm:t>
        <a:bodyPr/>
        <a:lstStyle/>
        <a:p>
          <a:endParaRPr lang="en-US"/>
        </a:p>
      </dgm:t>
    </dgm:pt>
    <dgm:pt modelId="{3A1156C1-7049-45A8-91B3-CE5D94CBB964}" type="sibTrans" cxnId="{3FD28E19-CA38-442F-89FA-8BC42F216662}">
      <dgm:prSet/>
      <dgm:spPr/>
      <dgm:t>
        <a:bodyPr/>
        <a:lstStyle/>
        <a:p>
          <a:endParaRPr lang="en-US"/>
        </a:p>
      </dgm:t>
    </dgm:pt>
    <dgm:pt modelId="{62F8C1C4-0867-4A32-9326-E937A1372412}">
      <dgm:prSet phldrT="[Text]"/>
      <dgm:spPr/>
      <dgm:t>
        <a:bodyPr/>
        <a:lstStyle/>
        <a:p>
          <a:r>
            <a:rPr lang="en-US" dirty="0"/>
            <a:t>Processes to move data back and forth between the “primary” version of these</a:t>
          </a:r>
        </a:p>
      </dgm:t>
    </dgm:pt>
    <dgm:pt modelId="{7B47C307-FB34-4D1A-83AA-5A17BC0798E6}" type="sibTrans" cxnId="{2A07069D-F7C2-4C8F-A92F-8A49B1E2A3EA}">
      <dgm:prSet/>
      <dgm:spPr/>
      <dgm:t>
        <a:bodyPr/>
        <a:lstStyle/>
        <a:p>
          <a:endParaRPr lang="en-US"/>
        </a:p>
      </dgm:t>
    </dgm:pt>
    <dgm:pt modelId="{16F014AE-0FB5-4513-8575-30CC06B6ECBF}" type="parTrans" cxnId="{2A07069D-F7C2-4C8F-A92F-8A49B1E2A3EA}">
      <dgm:prSet/>
      <dgm:spPr/>
      <dgm:t>
        <a:bodyPr/>
        <a:lstStyle/>
        <a:p>
          <a:endParaRPr lang="en-US"/>
        </a:p>
      </dgm:t>
    </dgm:pt>
    <dgm:pt modelId="{B2B5FDD2-07B0-40D7-8756-8818F0E7E7AA}">
      <dgm:prSet/>
      <dgm:spPr/>
      <dgm:t>
        <a:bodyPr/>
        <a:lstStyle/>
        <a:p>
          <a:r>
            <a:rPr lang="en-US"/>
            <a:t>Applications</a:t>
          </a:r>
          <a:endParaRPr lang="en-US" dirty="0"/>
        </a:p>
      </dgm:t>
    </dgm:pt>
    <dgm:pt modelId="{E69F051E-BA38-4A73-B6A7-95A30E3EEFC1}" type="parTrans" cxnId="{98269A40-8D63-470C-AA19-5EF66409480A}">
      <dgm:prSet/>
      <dgm:spPr/>
      <dgm:t>
        <a:bodyPr/>
        <a:lstStyle/>
        <a:p>
          <a:endParaRPr lang="en-US"/>
        </a:p>
      </dgm:t>
    </dgm:pt>
    <dgm:pt modelId="{0325873A-682D-4DBD-A972-4F220BDE99D0}" type="sibTrans" cxnId="{98269A40-8D63-470C-AA19-5EF66409480A}">
      <dgm:prSet/>
      <dgm:spPr/>
      <dgm:t>
        <a:bodyPr/>
        <a:lstStyle/>
        <a:p>
          <a:endParaRPr lang="en-US"/>
        </a:p>
      </dgm:t>
    </dgm:pt>
    <dgm:pt modelId="{E5153257-96C0-4FE1-9110-8874E007A795}" type="pres">
      <dgm:prSet presAssocID="{DAC2821A-7275-4E75-9C4F-FF3EB3EFCB63}" presName="diagram" presStyleCnt="0">
        <dgm:presLayoutVars>
          <dgm:dir/>
          <dgm:resizeHandles val="exact"/>
        </dgm:presLayoutVars>
      </dgm:prSet>
      <dgm:spPr/>
    </dgm:pt>
    <dgm:pt modelId="{07865469-18EE-4CA9-9C3D-A97587602F8A}" type="pres">
      <dgm:prSet presAssocID="{62F8C1C4-0867-4A32-9326-E937A1372412}" presName="node" presStyleLbl="node1" presStyleIdx="0" presStyleCnt="6">
        <dgm:presLayoutVars>
          <dgm:bulletEnabled val="1"/>
        </dgm:presLayoutVars>
      </dgm:prSet>
      <dgm:spPr/>
    </dgm:pt>
    <dgm:pt modelId="{9C992ADE-98AE-49AD-A163-1C358E47701E}" type="pres">
      <dgm:prSet presAssocID="{7B47C307-FB34-4D1A-83AA-5A17BC0798E6}" presName="sibTrans" presStyleCnt="0"/>
      <dgm:spPr/>
    </dgm:pt>
    <dgm:pt modelId="{A9C9996B-B3A8-470E-A3CA-A4992276E3F9}" type="pres">
      <dgm:prSet presAssocID="{C78A229B-6E55-4B25-8887-5FB59199E8C8}" presName="node" presStyleLbl="node1" presStyleIdx="1" presStyleCnt="6">
        <dgm:presLayoutVars>
          <dgm:bulletEnabled val="1"/>
        </dgm:presLayoutVars>
      </dgm:prSet>
      <dgm:spPr/>
    </dgm:pt>
    <dgm:pt modelId="{9385C4C0-C543-4A35-A408-81AB9B5FF68E}" type="pres">
      <dgm:prSet presAssocID="{DF98CF18-1394-43C7-9920-A06FF0366D6B}" presName="sibTrans" presStyleCnt="0"/>
      <dgm:spPr/>
    </dgm:pt>
    <dgm:pt modelId="{4B1179C3-BA41-4FDF-A00D-8F6FF7A75FE8}" type="pres">
      <dgm:prSet presAssocID="{DDB9BF62-587E-43A8-BA9E-69731DDB6DE9}" presName="node" presStyleLbl="node1" presStyleIdx="2" presStyleCnt="6">
        <dgm:presLayoutVars>
          <dgm:bulletEnabled val="1"/>
        </dgm:presLayoutVars>
      </dgm:prSet>
      <dgm:spPr/>
    </dgm:pt>
    <dgm:pt modelId="{0DAFE3FF-45AE-42C4-8340-54082A4B324A}" type="pres">
      <dgm:prSet presAssocID="{F5536C45-ADA7-495B-A464-3A6AA4224916}" presName="sibTrans" presStyleCnt="0"/>
      <dgm:spPr/>
    </dgm:pt>
    <dgm:pt modelId="{E15A3A01-0761-4BA4-9ECB-0CE14D4C8FA6}" type="pres">
      <dgm:prSet presAssocID="{50DB99BC-75FF-408D-9425-83A33ADC43B7}" presName="node" presStyleLbl="node1" presStyleIdx="3" presStyleCnt="6">
        <dgm:presLayoutVars>
          <dgm:bulletEnabled val="1"/>
        </dgm:presLayoutVars>
      </dgm:prSet>
      <dgm:spPr/>
    </dgm:pt>
    <dgm:pt modelId="{022CEBC0-05BD-425E-8ABB-A839B374FE31}" type="pres">
      <dgm:prSet presAssocID="{418891A9-1F7A-4F6A-B38E-57CE27D47984}" presName="sibTrans" presStyleCnt="0"/>
      <dgm:spPr/>
    </dgm:pt>
    <dgm:pt modelId="{39B48CD2-7D7F-4A84-A14E-9F1F5914184E}" type="pres">
      <dgm:prSet presAssocID="{B2B5FDD2-07B0-40D7-8756-8818F0E7E7AA}" presName="node" presStyleLbl="node1" presStyleIdx="4" presStyleCnt="6">
        <dgm:presLayoutVars>
          <dgm:bulletEnabled val="1"/>
        </dgm:presLayoutVars>
      </dgm:prSet>
      <dgm:spPr/>
    </dgm:pt>
    <dgm:pt modelId="{2A1EC577-C3EA-4916-BA4D-1EDC5F47E751}" type="pres">
      <dgm:prSet presAssocID="{0325873A-682D-4DBD-A972-4F220BDE99D0}" presName="sibTrans" presStyleCnt="0"/>
      <dgm:spPr/>
    </dgm:pt>
    <dgm:pt modelId="{9784F67C-6E94-4F01-8139-2B60AB596557}" type="pres">
      <dgm:prSet presAssocID="{B1A1B51B-EA03-42AD-A339-7AC2A1F65DA7}" presName="node" presStyleLbl="node1" presStyleIdx="5" presStyleCnt="6">
        <dgm:presLayoutVars>
          <dgm:bulletEnabled val="1"/>
        </dgm:presLayoutVars>
      </dgm:prSet>
      <dgm:spPr/>
    </dgm:pt>
  </dgm:ptLst>
  <dgm:cxnLst>
    <dgm:cxn modelId="{55115A01-4FDB-4C73-BC0B-ADC65942F5AA}" type="presOf" srcId="{DDB9BF62-587E-43A8-BA9E-69731DDB6DE9}" destId="{4B1179C3-BA41-4FDF-A00D-8F6FF7A75FE8}" srcOrd="0" destOrd="0" presId="urn:microsoft.com/office/officeart/2005/8/layout/default"/>
    <dgm:cxn modelId="{4A258513-2D72-46CC-A189-69E40B15EBD8}" srcId="{DAC2821A-7275-4E75-9C4F-FF3EB3EFCB63}" destId="{DDB9BF62-587E-43A8-BA9E-69731DDB6DE9}" srcOrd="2" destOrd="0" parTransId="{F349A802-C92C-4618-931A-582894DC017C}" sibTransId="{F5536C45-ADA7-495B-A464-3A6AA4224916}"/>
    <dgm:cxn modelId="{8DA9F117-1FF8-448A-B5D3-F08E456D5DC0}" type="presOf" srcId="{62F8C1C4-0867-4A32-9326-E937A1372412}" destId="{07865469-18EE-4CA9-9C3D-A97587602F8A}" srcOrd="0" destOrd="0" presId="urn:microsoft.com/office/officeart/2005/8/layout/default"/>
    <dgm:cxn modelId="{3FD28E19-CA38-442F-89FA-8BC42F216662}" srcId="{DAC2821A-7275-4E75-9C4F-FF3EB3EFCB63}" destId="{B1A1B51B-EA03-42AD-A339-7AC2A1F65DA7}" srcOrd="5" destOrd="0" parTransId="{928DBB15-F282-49D6-9CAF-F1BDD4177E2A}" sibTransId="{3A1156C1-7049-45A8-91B3-CE5D94CBB964}"/>
    <dgm:cxn modelId="{98269A40-8D63-470C-AA19-5EF66409480A}" srcId="{DAC2821A-7275-4E75-9C4F-FF3EB3EFCB63}" destId="{B2B5FDD2-07B0-40D7-8756-8818F0E7E7AA}" srcOrd="4" destOrd="0" parTransId="{E69F051E-BA38-4A73-B6A7-95A30E3EEFC1}" sibTransId="{0325873A-682D-4DBD-A972-4F220BDE99D0}"/>
    <dgm:cxn modelId="{C2DD7641-281D-46AA-8EB5-2ADD94F42534}" srcId="{DAC2821A-7275-4E75-9C4F-FF3EB3EFCB63}" destId="{C78A229B-6E55-4B25-8887-5FB59199E8C8}" srcOrd="1" destOrd="0" parTransId="{9BC7F62C-932B-43B5-9F0D-3A1CA288EF88}" sibTransId="{DF98CF18-1394-43C7-9920-A06FF0366D6B}"/>
    <dgm:cxn modelId="{86A2E267-7F8B-449E-81C3-D91629ACF493}" type="presOf" srcId="{DAC2821A-7275-4E75-9C4F-FF3EB3EFCB63}" destId="{E5153257-96C0-4FE1-9110-8874E007A795}" srcOrd="0" destOrd="0" presId="urn:microsoft.com/office/officeart/2005/8/layout/default"/>
    <dgm:cxn modelId="{A8E58355-B7D6-422D-9261-A5F2F3E549E9}" type="presOf" srcId="{B2B5FDD2-07B0-40D7-8756-8818F0E7E7AA}" destId="{39B48CD2-7D7F-4A84-A14E-9F1F5914184E}" srcOrd="0" destOrd="0" presId="urn:microsoft.com/office/officeart/2005/8/layout/default"/>
    <dgm:cxn modelId="{BDEB7397-E956-4AD8-885E-8C0E31ECC933}" srcId="{DAC2821A-7275-4E75-9C4F-FF3EB3EFCB63}" destId="{50DB99BC-75FF-408D-9425-83A33ADC43B7}" srcOrd="3" destOrd="0" parTransId="{61EFDD3D-5004-437D-9DC7-A04EBCC2A2BC}" sibTransId="{418891A9-1F7A-4F6A-B38E-57CE27D47984}"/>
    <dgm:cxn modelId="{B60CB99B-5D18-4153-938E-ABD4F514D680}" type="presOf" srcId="{50DB99BC-75FF-408D-9425-83A33ADC43B7}" destId="{E15A3A01-0761-4BA4-9ECB-0CE14D4C8FA6}" srcOrd="0" destOrd="0" presId="urn:microsoft.com/office/officeart/2005/8/layout/default"/>
    <dgm:cxn modelId="{2A07069D-F7C2-4C8F-A92F-8A49B1E2A3EA}" srcId="{DAC2821A-7275-4E75-9C4F-FF3EB3EFCB63}" destId="{62F8C1C4-0867-4A32-9326-E937A1372412}" srcOrd="0" destOrd="0" parTransId="{16F014AE-0FB5-4513-8575-30CC06B6ECBF}" sibTransId="{7B47C307-FB34-4D1A-83AA-5A17BC0798E6}"/>
    <dgm:cxn modelId="{23D1F4BC-AA6C-4E21-AD9D-FEBB146B4538}" type="presOf" srcId="{C78A229B-6E55-4B25-8887-5FB59199E8C8}" destId="{A9C9996B-B3A8-470E-A3CA-A4992276E3F9}" srcOrd="0" destOrd="0" presId="urn:microsoft.com/office/officeart/2005/8/layout/default"/>
    <dgm:cxn modelId="{D2A5EFBD-0C85-4434-98D3-4A8563A8D8E6}" type="presOf" srcId="{B1A1B51B-EA03-42AD-A339-7AC2A1F65DA7}" destId="{9784F67C-6E94-4F01-8139-2B60AB596557}" srcOrd="0" destOrd="0" presId="urn:microsoft.com/office/officeart/2005/8/layout/default"/>
    <dgm:cxn modelId="{651A845D-017F-4301-AC77-7032548154C2}" type="presParOf" srcId="{E5153257-96C0-4FE1-9110-8874E007A795}" destId="{07865469-18EE-4CA9-9C3D-A97587602F8A}" srcOrd="0" destOrd="0" presId="urn:microsoft.com/office/officeart/2005/8/layout/default"/>
    <dgm:cxn modelId="{C9108F42-FA19-4E54-B366-7E9BAD945057}" type="presParOf" srcId="{E5153257-96C0-4FE1-9110-8874E007A795}" destId="{9C992ADE-98AE-49AD-A163-1C358E47701E}" srcOrd="1" destOrd="0" presId="urn:microsoft.com/office/officeart/2005/8/layout/default"/>
    <dgm:cxn modelId="{46E32897-7E04-4AAD-9A79-BD961738509F}" type="presParOf" srcId="{E5153257-96C0-4FE1-9110-8874E007A795}" destId="{A9C9996B-B3A8-470E-A3CA-A4992276E3F9}" srcOrd="2" destOrd="0" presId="urn:microsoft.com/office/officeart/2005/8/layout/default"/>
    <dgm:cxn modelId="{51B230AF-4272-4D71-8385-5CDEBC7682DD}" type="presParOf" srcId="{E5153257-96C0-4FE1-9110-8874E007A795}" destId="{9385C4C0-C543-4A35-A408-81AB9B5FF68E}" srcOrd="3" destOrd="0" presId="urn:microsoft.com/office/officeart/2005/8/layout/default"/>
    <dgm:cxn modelId="{6726D786-2882-499F-87F2-785D2DCF17AF}" type="presParOf" srcId="{E5153257-96C0-4FE1-9110-8874E007A795}" destId="{4B1179C3-BA41-4FDF-A00D-8F6FF7A75FE8}" srcOrd="4" destOrd="0" presId="urn:microsoft.com/office/officeart/2005/8/layout/default"/>
    <dgm:cxn modelId="{03BAB0F3-B9CC-4974-9F48-ACE3861775B5}" type="presParOf" srcId="{E5153257-96C0-4FE1-9110-8874E007A795}" destId="{0DAFE3FF-45AE-42C4-8340-54082A4B324A}" srcOrd="5" destOrd="0" presId="urn:microsoft.com/office/officeart/2005/8/layout/default"/>
    <dgm:cxn modelId="{283E2357-A7FF-4B31-BA16-FC7D6E26A1DD}" type="presParOf" srcId="{E5153257-96C0-4FE1-9110-8874E007A795}" destId="{E15A3A01-0761-4BA4-9ECB-0CE14D4C8FA6}" srcOrd="6" destOrd="0" presId="urn:microsoft.com/office/officeart/2005/8/layout/default"/>
    <dgm:cxn modelId="{29E05093-C2CC-4057-AF28-3D88B2DEB8B6}" type="presParOf" srcId="{E5153257-96C0-4FE1-9110-8874E007A795}" destId="{022CEBC0-05BD-425E-8ABB-A839B374FE31}" srcOrd="7" destOrd="0" presId="urn:microsoft.com/office/officeart/2005/8/layout/default"/>
    <dgm:cxn modelId="{153A003B-D998-45C3-BFFD-D1D609DF1A67}" type="presParOf" srcId="{E5153257-96C0-4FE1-9110-8874E007A795}" destId="{39B48CD2-7D7F-4A84-A14E-9F1F5914184E}" srcOrd="8" destOrd="0" presId="urn:microsoft.com/office/officeart/2005/8/layout/default"/>
    <dgm:cxn modelId="{EC21BB4D-B4D3-46EA-95E6-E367DDD793C4}" type="presParOf" srcId="{E5153257-96C0-4FE1-9110-8874E007A795}" destId="{2A1EC577-C3EA-4916-BA4D-1EDC5F47E751}" srcOrd="9" destOrd="0" presId="urn:microsoft.com/office/officeart/2005/8/layout/default"/>
    <dgm:cxn modelId="{7018D52F-CA6C-4EDC-8DC8-BF3CB2F7062D}" type="presParOf" srcId="{E5153257-96C0-4FE1-9110-8874E007A795}" destId="{9784F67C-6E94-4F01-8139-2B60AB596557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865469-18EE-4CA9-9C3D-A97587602F8A}">
      <dsp:nvSpPr>
        <dsp:cNvPr id="0" name=""/>
        <dsp:cNvSpPr/>
      </dsp:nvSpPr>
      <dsp:spPr>
        <a:xfrm>
          <a:off x="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Processes to move data back and forth between the “primary” version of these</a:t>
          </a:r>
        </a:p>
      </dsp:txBody>
      <dsp:txXfrm>
        <a:off x="0" y="780464"/>
        <a:ext cx="2967490" cy="1780494"/>
      </dsp:txXfrm>
    </dsp:sp>
    <dsp:sp modelId="{A9C9996B-B3A8-470E-A3CA-A4992276E3F9}">
      <dsp:nvSpPr>
        <dsp:cNvPr id="0" name=""/>
        <dsp:cNvSpPr/>
      </dsp:nvSpPr>
      <dsp:spPr>
        <a:xfrm>
          <a:off x="326424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Simple databases designed for special reasons’</a:t>
          </a:r>
        </a:p>
      </dsp:txBody>
      <dsp:txXfrm>
        <a:off x="3264240" y="780464"/>
        <a:ext cx="2967490" cy="1780494"/>
      </dsp:txXfrm>
    </dsp:sp>
    <dsp:sp modelId="{4B1179C3-BA41-4FDF-A00D-8F6FF7A75FE8}">
      <dsp:nvSpPr>
        <dsp:cNvPr id="0" name=""/>
        <dsp:cNvSpPr/>
      </dsp:nvSpPr>
      <dsp:spPr>
        <a:xfrm>
          <a:off x="652848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Databases built with no design in mind</a:t>
          </a:r>
        </a:p>
      </dsp:txBody>
      <dsp:txXfrm>
        <a:off x="6528480" y="780464"/>
        <a:ext cx="2967490" cy="1780494"/>
      </dsp:txXfrm>
    </dsp:sp>
    <dsp:sp modelId="{E15A3A01-0761-4BA4-9ECB-0CE14D4C8FA6}">
      <dsp:nvSpPr>
        <dsp:cNvPr id="0" name=""/>
        <dsp:cNvSpPr/>
      </dsp:nvSpPr>
      <dsp:spPr>
        <a:xfrm>
          <a:off x="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NoSQL databases</a:t>
          </a:r>
        </a:p>
      </dsp:txBody>
      <dsp:txXfrm>
        <a:off x="0" y="2857708"/>
        <a:ext cx="2967490" cy="1780494"/>
      </dsp:txXfrm>
    </dsp:sp>
    <dsp:sp modelId="{39B48CD2-7D7F-4A84-A14E-9F1F5914184E}">
      <dsp:nvSpPr>
        <dsp:cNvPr id="0" name=""/>
        <dsp:cNvSpPr/>
      </dsp:nvSpPr>
      <dsp:spPr>
        <a:xfrm>
          <a:off x="326424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Applications</a:t>
          </a:r>
          <a:endParaRPr lang="en-US" sz="2300" kern="1200" dirty="0"/>
        </a:p>
      </dsp:txBody>
      <dsp:txXfrm>
        <a:off x="3264240" y="2857708"/>
        <a:ext cx="2967490" cy="1780494"/>
      </dsp:txXfrm>
    </dsp:sp>
    <dsp:sp modelId="{9784F67C-6E94-4F01-8139-2B60AB596557}">
      <dsp:nvSpPr>
        <dsp:cNvPr id="0" name=""/>
        <dsp:cNvSpPr/>
      </dsp:nvSpPr>
      <dsp:spPr>
        <a:xfrm>
          <a:off x="652848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/>
            <a:t>Etc</a:t>
          </a:r>
          <a:r>
            <a:rPr lang="en-US" sz="2300" kern="1200" dirty="0"/>
            <a:t>, </a:t>
          </a:r>
          <a:r>
            <a:rPr lang="en-US" sz="2300" kern="1200" dirty="0" err="1"/>
            <a:t>etc</a:t>
          </a:r>
          <a:r>
            <a:rPr lang="en-US" sz="2300" kern="1200" dirty="0"/>
            <a:t>, </a:t>
          </a:r>
          <a:r>
            <a:rPr lang="en-US" sz="2300" kern="1200" dirty="0" err="1"/>
            <a:t>etc</a:t>
          </a:r>
          <a:endParaRPr lang="en-US" sz="2300" kern="1200" dirty="0"/>
        </a:p>
      </dsp:txBody>
      <dsp:txXfrm>
        <a:off x="6528480" y="2857708"/>
        <a:ext cx="2967490" cy="17804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Conference title, event date, and location are based on the official SQL Saturday Atlanta 2026 event page: https://sqlsaturday.com/2026-03-21-sqlsaturday1127/
- Color palette is derived from the user-provided logo image in this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1306F-350E-358E-0EDF-51EDAEAF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6C822-31E6-681D-CD5B-CBD3FFA5E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31B63-8954-9118-9C9C-B0AC49E19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Conference title, event date, and location are based on the official SQL Saturday Atlanta 2026 event page: https://sqlsaturday.com/2026-03-21-sqlsaturday1127/
- Color palette is derived from the user-provided logo image in this conversation.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49BE7-0D33-3849-C2DF-A117BBA6CD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69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E584-08AA-4A20-0132-56AE9D02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38F56-D8B4-D22F-91C4-E599013DF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2C86E-BE32-FEDE-ACD9-8C03D468B2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Conference title, event date, and location are based on the official SQL Saturday Atlanta 2026 event page: https://sqlsaturday.com/2026-03-21-sqlsaturday1127/
- Color palette is derived from the user-provided logo image in this conversation.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962B9-6381-EF89-E5B7-84D04E09FE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535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0484-CCAC-8018-9F56-C67E05B92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A8FA9E-FB43-4760-C8CD-F89DB5AA36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456EB-527D-1CBC-C5ED-5E407B79DC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Conference title, event date, and location are based on the official SQL Saturday Atlanta 2026 event page: https://sqlsaturday.com/2026-03-21-sqlsaturday1127/
- Color palette is derived from the user-provided logo image in this conversation.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94FA7-CF91-EDEF-35BD-3C59FD609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44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91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_SQLS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278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96" r:id="rId12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jp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linkedin.com/in/louisdavids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rsql.link" TargetMode="External"/><Relationship Id="rId5" Type="http://schemas.openxmlformats.org/officeDocument/2006/relationships/hyperlink" Target="https://drsql.link/presentations" TargetMode="External"/><Relationship Id="rId4" Type="http://schemas.openxmlformats.org/officeDocument/2006/relationships/hyperlink" Target="http://drsql.org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rsql.link/presentation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Dimensional and </a:t>
            </a:r>
            <a:r>
              <a:rPr lang="en-US" b="1"/>
              <a:t>Relational Design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128016"/>
          </a:xfrm>
          <a:prstGeom prst="rect">
            <a:avLst/>
          </a:prstGeom>
          <a:solidFill>
            <a:srgbClr val="ED6C31"/>
          </a:solidFill>
          <a:ln w="12700">
            <a:solidFill>
              <a:srgbClr val="ED6C3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128016"/>
          </a:xfrm>
          <a:prstGeom prst="rect">
            <a:avLst/>
          </a:prstGeom>
          <a:solidFill>
            <a:srgbClr val="EA9E2F"/>
          </a:solidFill>
          <a:ln w="12700">
            <a:solidFill>
              <a:srgbClr val="EA9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128016"/>
          </a:xfrm>
          <a:prstGeom prst="rect">
            <a:avLst/>
          </a:prstGeom>
          <a:solidFill>
            <a:srgbClr val="C3AF40"/>
          </a:solidFill>
          <a:ln w="12700">
            <a:solidFill>
              <a:srgbClr val="C3AF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128016"/>
          </a:xfrm>
          <a:prstGeom prst="rect">
            <a:avLst/>
          </a:prstGeom>
          <a:solidFill>
            <a:srgbClr val="4DAF64"/>
          </a:solidFill>
          <a:ln w="12700">
            <a:solidFill>
              <a:srgbClr val="4DAF6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128016"/>
          </a:xfrm>
          <a:prstGeom prst="rect">
            <a:avLst/>
          </a:prstGeom>
          <a:solidFill>
            <a:srgbClr val="12A781"/>
          </a:solidFill>
          <a:ln w="12700">
            <a:solidFill>
              <a:srgbClr val="12A7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128016"/>
          </a:xfrm>
          <a:prstGeom prst="rect">
            <a:avLst/>
          </a:prstGeom>
          <a:solidFill>
            <a:srgbClr val="3391AB"/>
          </a:solidFill>
          <a:ln w="12700">
            <a:solidFill>
              <a:srgbClr val="3391A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/mnt/data/7d350d0e-03d7-4f3e-a65a-7442293349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93508"/>
            <a:ext cx="960120" cy="5550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4771" y="464529"/>
            <a:ext cx="109446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018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 To Our Sponsors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1018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Making SQL Saturday Possible!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685800" y="1290511"/>
            <a:ext cx="10744200" cy="0"/>
          </a:xfrm>
          <a:prstGeom prst="line">
            <a:avLst/>
          </a:prstGeom>
          <a:noFill/>
          <a:ln w="12700">
            <a:solidFill>
              <a:srgbClr val="D7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85800" y="6455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Saturday Atlanta 2026  •  AI &amp; BI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972800" y="641908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57F701A-5D8B-4E4F-234E-64B1BD321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255" y="1053375"/>
            <a:ext cx="4075700" cy="1770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807493F-D61E-521D-AD42-41140B2F3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9517" y="1014069"/>
            <a:ext cx="8240889" cy="2047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C340BE5-056E-6361-07AC-E924917EB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771" y="2824288"/>
            <a:ext cx="3889127" cy="1002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0AC8134-626D-E22B-D0F7-FD7F51E19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8448" y="4037692"/>
            <a:ext cx="3606747" cy="827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CCDD3A0-0316-75D2-5FA2-B69B737E5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3488" y="5012383"/>
            <a:ext cx="2840792" cy="914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9778690-CA08-6C2C-33AD-C52A6B73B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771" y="4043356"/>
            <a:ext cx="4932338" cy="822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C30AE31-C561-48AE-58FF-FE79BABD3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8096" y="5049602"/>
            <a:ext cx="3080798" cy="611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91AA69A2-A3D4-AB5F-E8EB-04FD8FC19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0868" y="4241659"/>
            <a:ext cx="2347310" cy="42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175570-747F-89F4-4315-28971D83DFF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744" y="2824287"/>
            <a:ext cx="1066434" cy="10664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1274EE-D25A-874D-7D60-0194801D46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296" y="2995795"/>
            <a:ext cx="2352948" cy="5640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D43F7E-515F-FA9D-4AB0-D48E07BF4B7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3502" y="2953145"/>
            <a:ext cx="2744676" cy="6356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FBCBA8-CA9C-1990-33A1-CC6FCBC1D3C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0068" y="4830271"/>
            <a:ext cx="1892215" cy="1135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FA881B6-82CE-5917-4D10-BF8525ACA36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5" y="6133994"/>
            <a:ext cx="1968316" cy="3216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AC82BC-8896-2742-3579-76E2E2B88F9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4" y="5093110"/>
            <a:ext cx="1828959" cy="6096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6A943-1441-BAB9-7E71-B09128C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94C34F-EB0E-F1D6-3770-2CF313123FD6}"/>
              </a:ext>
            </a:extLst>
          </p:cNvPr>
          <p:cNvSpPr/>
          <p:nvPr/>
        </p:nvSpPr>
        <p:spPr>
          <a:xfrm>
            <a:off x="0" y="0"/>
            <a:ext cx="2031949" cy="128016"/>
          </a:xfrm>
          <a:prstGeom prst="rect">
            <a:avLst/>
          </a:prstGeom>
          <a:solidFill>
            <a:srgbClr val="ED6C31"/>
          </a:solidFill>
          <a:ln w="12700">
            <a:solidFill>
              <a:srgbClr val="ED6C3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EFA8024-5B17-E0B7-F1BF-C8965C2162F8}"/>
              </a:ext>
            </a:extLst>
          </p:cNvPr>
          <p:cNvSpPr/>
          <p:nvPr/>
        </p:nvSpPr>
        <p:spPr>
          <a:xfrm>
            <a:off x="2031949" y="0"/>
            <a:ext cx="2031949" cy="128016"/>
          </a:xfrm>
          <a:prstGeom prst="rect">
            <a:avLst/>
          </a:prstGeom>
          <a:solidFill>
            <a:srgbClr val="EA9E2F"/>
          </a:solidFill>
          <a:ln w="12700">
            <a:solidFill>
              <a:srgbClr val="EA9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547D3C-1EAE-C6BE-E842-57E5ADA33EB1}"/>
              </a:ext>
            </a:extLst>
          </p:cNvPr>
          <p:cNvSpPr/>
          <p:nvPr/>
        </p:nvSpPr>
        <p:spPr>
          <a:xfrm>
            <a:off x="4063898" y="0"/>
            <a:ext cx="2031949" cy="128016"/>
          </a:xfrm>
          <a:prstGeom prst="rect">
            <a:avLst/>
          </a:prstGeom>
          <a:solidFill>
            <a:srgbClr val="C3AF40"/>
          </a:solidFill>
          <a:ln w="12700">
            <a:solidFill>
              <a:srgbClr val="C3AF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D121CB6-16A4-1BAF-010E-1CB9DEDD0B24}"/>
              </a:ext>
            </a:extLst>
          </p:cNvPr>
          <p:cNvSpPr/>
          <p:nvPr/>
        </p:nvSpPr>
        <p:spPr>
          <a:xfrm>
            <a:off x="6095848" y="0"/>
            <a:ext cx="2031949" cy="128016"/>
          </a:xfrm>
          <a:prstGeom prst="rect">
            <a:avLst/>
          </a:prstGeom>
          <a:solidFill>
            <a:srgbClr val="4DAF64"/>
          </a:solidFill>
          <a:ln w="12700">
            <a:solidFill>
              <a:srgbClr val="4DAF6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555C9E9-76BE-77DC-28E9-6CFECCA4E480}"/>
              </a:ext>
            </a:extLst>
          </p:cNvPr>
          <p:cNvSpPr/>
          <p:nvPr/>
        </p:nvSpPr>
        <p:spPr>
          <a:xfrm>
            <a:off x="8127797" y="0"/>
            <a:ext cx="2031949" cy="128016"/>
          </a:xfrm>
          <a:prstGeom prst="rect">
            <a:avLst/>
          </a:prstGeom>
          <a:solidFill>
            <a:srgbClr val="12A781"/>
          </a:solidFill>
          <a:ln w="12700">
            <a:solidFill>
              <a:srgbClr val="12A7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4BDBA70-E52D-7EA7-7D48-6FC5DE2CC3D3}"/>
              </a:ext>
            </a:extLst>
          </p:cNvPr>
          <p:cNvSpPr/>
          <p:nvPr/>
        </p:nvSpPr>
        <p:spPr>
          <a:xfrm>
            <a:off x="10159746" y="0"/>
            <a:ext cx="2031949" cy="128016"/>
          </a:xfrm>
          <a:prstGeom prst="rect">
            <a:avLst/>
          </a:prstGeom>
          <a:solidFill>
            <a:srgbClr val="3391AB"/>
          </a:solidFill>
          <a:ln w="12700">
            <a:solidFill>
              <a:srgbClr val="3391A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109FBD2-5219-27B5-CA44-1007E089A861}"/>
              </a:ext>
            </a:extLst>
          </p:cNvPr>
          <p:cNvSpPr/>
          <p:nvPr/>
        </p:nvSpPr>
        <p:spPr>
          <a:xfrm>
            <a:off x="8050251" y="560692"/>
            <a:ext cx="4051754" cy="1511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18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Very Special Thank You To Our Community Partner </a:t>
            </a:r>
          </a:p>
          <a:p>
            <a:pPr marL="0" indent="0" algn="ctr">
              <a:buNone/>
            </a:pPr>
            <a:r>
              <a:rPr lang="en-US" sz="2800" b="1" dirty="0">
                <a:solidFill>
                  <a:srgbClr val="1018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Academy!</a:t>
            </a:r>
            <a:endParaRPr lang="en-US" sz="2800" b="1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B79C09-AEBC-F173-79FE-620CF2EA6825}"/>
              </a:ext>
            </a:extLst>
          </p:cNvPr>
          <p:cNvSpPr/>
          <p:nvPr/>
        </p:nvSpPr>
        <p:spPr>
          <a:xfrm>
            <a:off x="685800" y="6455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Saturday Atlanta 2026  •  AI &amp; BI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66D7E82-C733-27D7-10FF-7DABACC90DB3}"/>
              </a:ext>
            </a:extLst>
          </p:cNvPr>
          <p:cNvSpPr/>
          <p:nvPr/>
        </p:nvSpPr>
        <p:spPr>
          <a:xfrm>
            <a:off x="10972800" y="641908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BDE235-8121-A9B6-0482-656080038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9189" y="1843859"/>
            <a:ext cx="3298299" cy="3298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34B1A3DE-8D37-F228-A1D3-EADCE71F8DC6}"/>
              </a:ext>
            </a:extLst>
          </p:cNvPr>
          <p:cNvSpPr/>
          <p:nvPr/>
        </p:nvSpPr>
        <p:spPr>
          <a:xfrm>
            <a:off x="8273152" y="5459079"/>
            <a:ext cx="3510371" cy="643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Please Support Via Tax Credit Eligible Donation That Goes DIRECTLY To Innovation Academy</a:t>
            </a:r>
            <a:endParaRPr lang="en-US" sz="2400" dirty="0">
              <a:solidFill>
                <a:srgbClr val="FF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6E2D54-6553-43C7-1D85-1A2B1565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1" y="128017"/>
            <a:ext cx="8034709" cy="672998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62B490A-89E9-71FD-F8A1-AE51C28CDD26}"/>
              </a:ext>
            </a:extLst>
          </p:cNvPr>
          <p:cNvCxnSpPr/>
          <p:nvPr/>
        </p:nvCxnSpPr>
        <p:spPr>
          <a:xfrm flipV="1">
            <a:off x="284672" y="1250830"/>
            <a:ext cx="2763251" cy="1086928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D22B5A-1354-5485-3BBA-6338D98BEC88}"/>
              </a:ext>
            </a:extLst>
          </p:cNvPr>
          <p:cNvCxnSpPr>
            <a:cxnSpLocks/>
          </p:cNvCxnSpPr>
          <p:nvPr/>
        </p:nvCxnSpPr>
        <p:spPr>
          <a:xfrm flipH="1" flipV="1">
            <a:off x="9753043" y="1872474"/>
            <a:ext cx="606299" cy="870726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9477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F279-E529-1785-29DA-41E0350CE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CF6FA5-E8EB-73DE-B709-7CF4122CF7CE}"/>
              </a:ext>
            </a:extLst>
          </p:cNvPr>
          <p:cNvSpPr/>
          <p:nvPr/>
        </p:nvSpPr>
        <p:spPr>
          <a:xfrm>
            <a:off x="0" y="0"/>
            <a:ext cx="2031949" cy="128016"/>
          </a:xfrm>
          <a:prstGeom prst="rect">
            <a:avLst/>
          </a:prstGeom>
          <a:solidFill>
            <a:srgbClr val="ED6C31"/>
          </a:solidFill>
          <a:ln w="12700">
            <a:solidFill>
              <a:srgbClr val="ED6C3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5E4625A-9C9A-A398-FAC3-5BDC27E25486}"/>
              </a:ext>
            </a:extLst>
          </p:cNvPr>
          <p:cNvSpPr/>
          <p:nvPr/>
        </p:nvSpPr>
        <p:spPr>
          <a:xfrm>
            <a:off x="2031949" y="0"/>
            <a:ext cx="2031949" cy="128016"/>
          </a:xfrm>
          <a:prstGeom prst="rect">
            <a:avLst/>
          </a:prstGeom>
          <a:solidFill>
            <a:srgbClr val="EA9E2F"/>
          </a:solidFill>
          <a:ln w="12700">
            <a:solidFill>
              <a:srgbClr val="EA9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7529A27-8B87-65BD-8967-AF231C81CA75}"/>
              </a:ext>
            </a:extLst>
          </p:cNvPr>
          <p:cNvSpPr/>
          <p:nvPr/>
        </p:nvSpPr>
        <p:spPr>
          <a:xfrm>
            <a:off x="4063898" y="0"/>
            <a:ext cx="2031949" cy="128016"/>
          </a:xfrm>
          <a:prstGeom prst="rect">
            <a:avLst/>
          </a:prstGeom>
          <a:solidFill>
            <a:srgbClr val="C3AF40"/>
          </a:solidFill>
          <a:ln w="12700">
            <a:solidFill>
              <a:srgbClr val="C3AF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83844D5-4FFB-EB2F-21A2-2411B652B00C}"/>
              </a:ext>
            </a:extLst>
          </p:cNvPr>
          <p:cNvSpPr/>
          <p:nvPr/>
        </p:nvSpPr>
        <p:spPr>
          <a:xfrm>
            <a:off x="6095848" y="0"/>
            <a:ext cx="2031949" cy="128016"/>
          </a:xfrm>
          <a:prstGeom prst="rect">
            <a:avLst/>
          </a:prstGeom>
          <a:solidFill>
            <a:srgbClr val="4DAF64"/>
          </a:solidFill>
          <a:ln w="12700">
            <a:solidFill>
              <a:srgbClr val="4DAF6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F2ECAC5-E244-EE04-3F09-E14FB8E97F60}"/>
              </a:ext>
            </a:extLst>
          </p:cNvPr>
          <p:cNvSpPr/>
          <p:nvPr/>
        </p:nvSpPr>
        <p:spPr>
          <a:xfrm>
            <a:off x="8127797" y="0"/>
            <a:ext cx="2031949" cy="128016"/>
          </a:xfrm>
          <a:prstGeom prst="rect">
            <a:avLst/>
          </a:prstGeom>
          <a:solidFill>
            <a:srgbClr val="12A781"/>
          </a:solidFill>
          <a:ln w="12700">
            <a:solidFill>
              <a:srgbClr val="12A7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3592993-7576-864C-92D9-57C5916118A6}"/>
              </a:ext>
            </a:extLst>
          </p:cNvPr>
          <p:cNvSpPr/>
          <p:nvPr/>
        </p:nvSpPr>
        <p:spPr>
          <a:xfrm>
            <a:off x="10159746" y="0"/>
            <a:ext cx="2031949" cy="128016"/>
          </a:xfrm>
          <a:prstGeom prst="rect">
            <a:avLst/>
          </a:prstGeom>
          <a:solidFill>
            <a:srgbClr val="3391AB"/>
          </a:solidFill>
          <a:ln w="12700">
            <a:solidFill>
              <a:srgbClr val="3391A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/mnt/data/7d350d0e-03d7-4f3e-a65a-744229334970.png">
            <a:extLst>
              <a:ext uri="{FF2B5EF4-FFF2-40B4-BE49-F238E27FC236}">
                <a16:creationId xmlns:a16="http://schemas.microsoft.com/office/drawing/2014/main" id="{0B771775-9701-AB14-E114-CF4814010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93508"/>
            <a:ext cx="960120" cy="555069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FD8D31C5-AAB8-00D7-0426-89F28EC4CFB4}"/>
              </a:ext>
            </a:extLst>
          </p:cNvPr>
          <p:cNvSpPr/>
          <p:nvPr/>
        </p:nvSpPr>
        <p:spPr>
          <a:xfrm>
            <a:off x="0" y="128016"/>
            <a:ext cx="12191695" cy="1197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01820"/>
                </a:solidFill>
                <a:latin typeface="Aptos Display" pitchFamily="34" charset="0"/>
              </a:rPr>
              <a:t>Session Evaluations</a:t>
            </a:r>
            <a:endParaRPr lang="en-US" sz="4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EFAD4A6-F680-E9E7-F918-A850EC64B018}"/>
              </a:ext>
            </a:extLst>
          </p:cNvPr>
          <p:cNvSpPr/>
          <p:nvPr/>
        </p:nvSpPr>
        <p:spPr>
          <a:xfrm>
            <a:off x="685800" y="6455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Saturday Atlanta 2026  •  AI &amp; BI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2014CD2-5DBA-8342-B6C9-1D3D32182ED4}"/>
              </a:ext>
            </a:extLst>
          </p:cNvPr>
          <p:cNvSpPr/>
          <p:nvPr/>
        </p:nvSpPr>
        <p:spPr>
          <a:xfrm>
            <a:off x="10972800" y="641908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FCF3FC-7CC2-885C-F672-19FD56781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791" y="1257559"/>
            <a:ext cx="5262113" cy="526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46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A7AB-7897-F381-0C44-B35D7A142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B12050C-7045-88AE-2478-E55335AE588E}"/>
              </a:ext>
            </a:extLst>
          </p:cNvPr>
          <p:cNvSpPr/>
          <p:nvPr/>
        </p:nvSpPr>
        <p:spPr>
          <a:xfrm>
            <a:off x="0" y="0"/>
            <a:ext cx="2031949" cy="128016"/>
          </a:xfrm>
          <a:prstGeom prst="rect">
            <a:avLst/>
          </a:prstGeom>
          <a:solidFill>
            <a:srgbClr val="ED6C31"/>
          </a:solidFill>
          <a:ln w="12700">
            <a:solidFill>
              <a:srgbClr val="ED6C3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252FEB6-58E1-2314-4CD2-61D2FBC80D9F}"/>
              </a:ext>
            </a:extLst>
          </p:cNvPr>
          <p:cNvSpPr/>
          <p:nvPr/>
        </p:nvSpPr>
        <p:spPr>
          <a:xfrm>
            <a:off x="2031949" y="0"/>
            <a:ext cx="2031949" cy="128016"/>
          </a:xfrm>
          <a:prstGeom prst="rect">
            <a:avLst/>
          </a:prstGeom>
          <a:solidFill>
            <a:srgbClr val="EA9E2F"/>
          </a:solidFill>
          <a:ln w="12700">
            <a:solidFill>
              <a:srgbClr val="EA9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AFDDF7-ABF7-9FF1-75D3-6BC4ECCCDCAB}"/>
              </a:ext>
            </a:extLst>
          </p:cNvPr>
          <p:cNvSpPr/>
          <p:nvPr/>
        </p:nvSpPr>
        <p:spPr>
          <a:xfrm>
            <a:off x="4063898" y="0"/>
            <a:ext cx="2031949" cy="128016"/>
          </a:xfrm>
          <a:prstGeom prst="rect">
            <a:avLst/>
          </a:prstGeom>
          <a:solidFill>
            <a:srgbClr val="C3AF40"/>
          </a:solidFill>
          <a:ln w="12700">
            <a:solidFill>
              <a:srgbClr val="C3AF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E75EF27-2C4A-39C6-76DB-EC997C1C5B58}"/>
              </a:ext>
            </a:extLst>
          </p:cNvPr>
          <p:cNvSpPr/>
          <p:nvPr/>
        </p:nvSpPr>
        <p:spPr>
          <a:xfrm>
            <a:off x="6095848" y="0"/>
            <a:ext cx="2031949" cy="128016"/>
          </a:xfrm>
          <a:prstGeom prst="rect">
            <a:avLst/>
          </a:prstGeom>
          <a:solidFill>
            <a:srgbClr val="4DAF64"/>
          </a:solidFill>
          <a:ln w="12700">
            <a:solidFill>
              <a:srgbClr val="4DAF6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3B54853-6C33-481B-E9E6-4EC2C4BCB150}"/>
              </a:ext>
            </a:extLst>
          </p:cNvPr>
          <p:cNvSpPr/>
          <p:nvPr/>
        </p:nvSpPr>
        <p:spPr>
          <a:xfrm>
            <a:off x="8127797" y="0"/>
            <a:ext cx="2031949" cy="128016"/>
          </a:xfrm>
          <a:prstGeom prst="rect">
            <a:avLst/>
          </a:prstGeom>
          <a:solidFill>
            <a:srgbClr val="12A781"/>
          </a:solidFill>
          <a:ln w="12700">
            <a:solidFill>
              <a:srgbClr val="12A7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8701A32-0864-0AAE-FC7D-10EFF9C5D893}"/>
              </a:ext>
            </a:extLst>
          </p:cNvPr>
          <p:cNvSpPr/>
          <p:nvPr/>
        </p:nvSpPr>
        <p:spPr>
          <a:xfrm>
            <a:off x="10159746" y="0"/>
            <a:ext cx="2031949" cy="128016"/>
          </a:xfrm>
          <a:prstGeom prst="rect">
            <a:avLst/>
          </a:prstGeom>
          <a:solidFill>
            <a:srgbClr val="3391AB"/>
          </a:solidFill>
          <a:ln w="12700">
            <a:solidFill>
              <a:srgbClr val="3391A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/mnt/data/7d350d0e-03d7-4f3e-a65a-744229334970.png">
            <a:extLst>
              <a:ext uri="{FF2B5EF4-FFF2-40B4-BE49-F238E27FC236}">
                <a16:creationId xmlns:a16="http://schemas.microsoft.com/office/drawing/2014/main" id="{C88892E9-1A08-BB5B-B14B-651B2AC3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93508"/>
            <a:ext cx="960120" cy="555069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036E2C4D-5158-32B7-5B64-FBF39DBB72FD}"/>
              </a:ext>
            </a:extLst>
          </p:cNvPr>
          <p:cNvSpPr/>
          <p:nvPr/>
        </p:nvSpPr>
        <p:spPr>
          <a:xfrm>
            <a:off x="305568" y="778044"/>
            <a:ext cx="9752832" cy="1197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01820"/>
                </a:solidFill>
                <a:latin typeface="Aptos Display" pitchFamily="34" charset="0"/>
              </a:rPr>
              <a:t>SQL Saturday Atlanta Closing Ceremony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101820"/>
                </a:solidFill>
                <a:latin typeface="Aptos Display" pitchFamily="34" charset="0"/>
              </a:rPr>
              <a:t>5PM In The Auditorium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101820"/>
                </a:solidFill>
                <a:latin typeface="Aptos Display" pitchFamily="34" charset="0"/>
              </a:rPr>
              <a:t>Must Be Present To Win Raffle Prizes</a:t>
            </a:r>
            <a:endParaRPr lang="en-US" sz="4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1686679-A1A7-B5ED-B1B8-389CBCCE5D54}"/>
              </a:ext>
            </a:extLst>
          </p:cNvPr>
          <p:cNvSpPr/>
          <p:nvPr/>
        </p:nvSpPr>
        <p:spPr>
          <a:xfrm>
            <a:off x="685800" y="6455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Saturday Atlanta 2026  •  AI &amp; BI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F24A0C6-BF63-41CE-7EE8-E196E49743F2}"/>
              </a:ext>
            </a:extLst>
          </p:cNvPr>
          <p:cNvSpPr/>
          <p:nvPr/>
        </p:nvSpPr>
        <p:spPr>
          <a:xfrm>
            <a:off x="10972800" y="641908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4451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E8E9F68-71DD-86B5-2B9F-4E7F2F90A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867" y="2625899"/>
            <a:ext cx="6296904" cy="360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40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 dirty="0">
                <a:solidFill>
                  <a:schemeClr val="bg1"/>
                </a:solidFill>
              </a:rPr>
              <a:t>on’t interact, I will start daydreaming about going back home to work and I don’t want to think about that yet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1D64472-9720-4FBC-B628-F62EE9D01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en-US"/>
              <a:t>Who Am 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697" y="645106"/>
            <a:ext cx="3804616" cy="5247747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274B1F-2E6E-4044-94F7-2AB4E90F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en-US" sz="1300" b="1" dirty="0"/>
              <a:t>Database programmer/architect &gt; 30 years</a:t>
            </a:r>
          </a:p>
          <a:p>
            <a:r>
              <a:rPr lang="en-US" sz="1300" b="1" dirty="0"/>
              <a:t>Former Microsoft MVP (19 Times)</a:t>
            </a:r>
          </a:p>
          <a:p>
            <a:r>
              <a:rPr lang="en-US" sz="1300" b="1" dirty="0"/>
              <a:t>Written 6 books on database design</a:t>
            </a:r>
          </a:p>
          <a:p>
            <a:pPr lvl="1"/>
            <a:r>
              <a:rPr lang="en-US" sz="1300" dirty="0"/>
              <a:t>They were technically all versions of the same book.  </a:t>
            </a:r>
          </a:p>
          <a:p>
            <a:pPr lvl="1"/>
            <a:r>
              <a:rPr lang="en-US" sz="1300" dirty="0"/>
              <a:t>They at least had slightly different titles each time</a:t>
            </a:r>
          </a:p>
          <a:p>
            <a:pPr lvl="1"/>
            <a:r>
              <a:rPr lang="en-US" sz="1300" dirty="0"/>
              <a:t>Seventh Edition? Who knows?</a:t>
            </a:r>
          </a:p>
          <a:p>
            <a:r>
              <a:rPr lang="en-US" sz="1300" b="1" dirty="0"/>
              <a:t>Super Brief Contact Info: DRSQL</a:t>
            </a:r>
          </a:p>
          <a:p>
            <a:pPr lvl="1"/>
            <a:r>
              <a:rPr lang="en-US" sz="1300" dirty="0"/>
              <a:t>Twitter</a:t>
            </a:r>
          </a:p>
          <a:p>
            <a:pPr lvl="1"/>
            <a:r>
              <a:rPr lang="en-US" sz="1300" dirty="0"/>
              <a:t>Website/blog (.org | .link) </a:t>
            </a:r>
          </a:p>
          <a:p>
            <a:pPr lvl="1"/>
            <a:r>
              <a:rPr lang="en-US" sz="1300" dirty="0"/>
              <a:t>Email (@hotmail.com)</a:t>
            </a:r>
          </a:p>
          <a:p>
            <a:pPr lvl="1"/>
            <a:r>
              <a:rPr lang="en-US" sz="1300" dirty="0"/>
              <a:t>Instagram: @drsql</a:t>
            </a:r>
          </a:p>
          <a:p>
            <a:pPr lvl="1"/>
            <a:r>
              <a:rPr lang="en-US" sz="1300" dirty="0"/>
              <a:t>LinkedIn (actually that handle is </a:t>
            </a:r>
            <a:r>
              <a:rPr lang="en-US" sz="1300" dirty="0" err="1"/>
              <a:t>LouisDavidson</a:t>
            </a:r>
            <a:r>
              <a:rPr lang="en-US" sz="1300" dirty="0"/>
              <a:t>, but you can search for </a:t>
            </a:r>
            <a:r>
              <a:rPr lang="en-US" sz="1300" dirty="0" err="1"/>
              <a:t>drsql</a:t>
            </a:r>
            <a:r>
              <a:rPr lang="en-US" sz="1300" dirty="0"/>
              <a:t>)</a:t>
            </a:r>
          </a:p>
          <a:p>
            <a:endParaRPr lang="en-US" sz="1300" dirty="0"/>
          </a:p>
          <a:p>
            <a:endParaRPr lang="en-US" sz="1300" dirty="0"/>
          </a:p>
          <a:p>
            <a:endParaRPr lang="en-US" sz="13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7BD5AB-415F-42D4-8FC0-DCC5D1101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EBF22-DAF1-4100-AA4A-A077B68E3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>
            <a:noAutofit/>
          </a:bodyPr>
          <a:lstStyle/>
          <a:p>
            <a:r>
              <a:rPr lang="en-US" sz="4000" dirty="0"/>
              <a:t>My non-tech hobby: Instagram: @figmentsintime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1149" y="1399153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5"/>
            <a:ext cx="3100136" cy="2103875"/>
          </a:xfrm>
        </p:spPr>
        <p:txBody>
          <a:bodyPr>
            <a:normAutofit/>
          </a:bodyPr>
          <a:lstStyle/>
          <a:p>
            <a:r>
              <a:rPr lang="en-US" sz="3600" b="1"/>
              <a:t>My professional background</a:t>
            </a:r>
            <a:endParaRPr lang="en-US" sz="36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7432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36574"/>
            <a:ext cx="3084844" cy="3366047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/>
              <a:t>Over 30 years as a little bit of a:</a:t>
            </a:r>
          </a:p>
          <a:p>
            <a:pPr marL="383540" lvl="1"/>
            <a:r>
              <a:rPr lang="en-US" sz="1500"/>
              <a:t>DBA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Transact SQL Programmer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Data Architect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ETL Developer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Writer/blogger/speaker/learner about these topics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Written several books on Relational Database Design (Last time I will mention this...most likely)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Went to a few of the Kimball Group’s Classes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5" name="Picture 4" descr="Books stacked on a table">
            <a:extLst>
              <a:ext uri="{FF2B5EF4-FFF2-40B4-BE49-F238E27FC236}">
                <a16:creationId xmlns:a16="http://schemas.microsoft.com/office/drawing/2014/main" id="{9F776DE8-7CB2-4D90-977B-58788B20B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19" r="9532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Similarities Between Dimensional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 dirty="0"/>
              <a:t>Both are</a:t>
            </a:r>
            <a:r>
              <a:rPr lang="en-US" sz="1600" b="1" baseline="0" dirty="0"/>
              <a:t> data stored to be used</a:t>
            </a:r>
          </a:p>
          <a:p>
            <a:pPr lvl="1"/>
            <a:r>
              <a:rPr lang="en-US" sz="1600" baseline="0" dirty="0"/>
              <a:t>Often using the same data storage technologies</a:t>
            </a:r>
          </a:p>
          <a:p>
            <a:r>
              <a:rPr lang="en-US" sz="1600" b="1" baseline="0" dirty="0"/>
              <a:t>Both typically focus on table structures </a:t>
            </a:r>
          </a:p>
          <a:p>
            <a:pPr lvl="1"/>
            <a:r>
              <a:rPr lang="en-US" sz="1600" dirty="0"/>
              <a:t>Rows, Columns with Scalar Values</a:t>
            </a:r>
          </a:p>
          <a:p>
            <a:r>
              <a:rPr lang="en-US" sz="1600" b="1" dirty="0"/>
              <a:t>Some of the core skills involved </a:t>
            </a:r>
          </a:p>
          <a:p>
            <a:pPr lvl="1"/>
            <a:r>
              <a:rPr lang="en-US" sz="1600" dirty="0"/>
              <a:t>Relational Database Engines (Or something that behaves similarly)</a:t>
            </a:r>
          </a:p>
          <a:p>
            <a:pPr lvl="1"/>
            <a:r>
              <a:rPr lang="en-US" sz="1600" baseline="0" dirty="0"/>
              <a:t>SQL</a:t>
            </a:r>
          </a:p>
          <a:p>
            <a:r>
              <a:rPr lang="en-US" sz="1600" b="1" dirty="0"/>
              <a:t>Most important similarity</a:t>
            </a:r>
          </a:p>
          <a:p>
            <a:pPr lvl="1"/>
            <a:r>
              <a:rPr lang="en-US" sz="1600" dirty="0"/>
              <a:t>Organizations rely on data from relational and business intelligence systems to make important decisions</a:t>
            </a:r>
          </a:p>
          <a:p>
            <a:pPr lvl="1"/>
            <a:r>
              <a:rPr lang="en-US" sz="1600" dirty="0"/>
              <a:t>Data Quality is </a:t>
            </a:r>
            <a:r>
              <a:rPr lang="en-US" sz="1600" b="1" dirty="0"/>
              <a:t>ESSENTIAL</a:t>
            </a:r>
          </a:p>
          <a:p>
            <a:r>
              <a:rPr lang="en-US" sz="1800" b="1" dirty="0"/>
              <a:t>AI??</a:t>
            </a:r>
            <a:endParaRPr lang="en-US" sz="1800" dirty="0"/>
          </a:p>
          <a:p>
            <a:r>
              <a:rPr lang="en-US" sz="1600" b="1" i="1" dirty="0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 dirty="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Dimensional – Analysis through time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CBCD-B846-1833-3401-A4114AB9B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shown: Lots and lots and lots of stuff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CA5AB85-4D87-C4C5-40B0-F821430E2B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8928069"/>
              </p:ext>
            </p:extLst>
          </p:nvPr>
        </p:nvGraphicFramePr>
        <p:xfrm>
          <a:off x="1348014" y="1148080"/>
          <a:ext cx="949597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81594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 dirty="0"/>
              <a:t>Relational: Live, frequently modified data</a:t>
            </a:r>
          </a:p>
          <a:p>
            <a:pPr lvl="1"/>
            <a:r>
              <a:rPr lang="en-US" sz="2000" dirty="0"/>
              <a:t>Generally, we keep all states/actions/</a:t>
            </a:r>
            <a:r>
              <a:rPr lang="en-US" sz="2000" dirty="0" err="1"/>
              <a:t>etc</a:t>
            </a:r>
            <a:r>
              <a:rPr lang="en-US" sz="2000" dirty="0"/>
              <a:t> that have occurred</a:t>
            </a:r>
          </a:p>
          <a:p>
            <a:pPr lvl="1"/>
            <a:r>
              <a:rPr lang="en-US" sz="2000" dirty="0"/>
              <a:t>With at least the data you need to serve users and keep work going</a:t>
            </a:r>
          </a:p>
          <a:p>
            <a:pPr lvl="1"/>
            <a:r>
              <a:rPr lang="en-US" sz="2000" dirty="0"/>
              <a:t>May even be the legal documentation for actions (which can change retention rules)</a:t>
            </a:r>
          </a:p>
          <a:p>
            <a:r>
              <a:rPr lang="en-US" sz="2200" b="1" dirty="0"/>
              <a:t>Dimensional: Typically a set of copies starting with relational (and other data)</a:t>
            </a:r>
          </a:p>
          <a:p>
            <a:pPr lvl="1"/>
            <a:r>
              <a:rPr lang="en-US" sz="2000" dirty="0"/>
              <a:t>Kimball had a </a:t>
            </a:r>
            <a:r>
              <a:rPr lang="en-US" sz="2000" dirty="0">
                <a:hlinkClick r:id="rId2"/>
              </a:rPr>
              <a:t>metaphor of a kitchen</a:t>
            </a:r>
            <a:r>
              <a:rPr lang="en-US" sz="2000" dirty="0"/>
              <a:t> with 3 areas:</a:t>
            </a:r>
          </a:p>
          <a:p>
            <a:pPr lvl="3"/>
            <a:r>
              <a:rPr lang="en-US" sz="2000" b="1" dirty="0"/>
              <a:t>Prep area</a:t>
            </a:r>
            <a:r>
              <a:rPr lang="en-US" sz="2000" dirty="0"/>
              <a:t>: no user access, but all the data you need to serve anyone</a:t>
            </a:r>
          </a:p>
          <a:p>
            <a:pPr lvl="3"/>
            <a:r>
              <a:rPr lang="en-US" sz="2000" b="1" dirty="0"/>
              <a:t>Chef table</a:t>
            </a:r>
            <a:r>
              <a:rPr lang="en-US" sz="2000" dirty="0"/>
              <a:t>: cleaned data, likely formatted. Some users get access, but it is a special, power user access only</a:t>
            </a:r>
          </a:p>
          <a:p>
            <a:pPr lvl="3"/>
            <a:r>
              <a:rPr lang="en-US" sz="2000" b="1" dirty="0"/>
              <a:t>Dining Room</a:t>
            </a:r>
            <a:r>
              <a:rPr lang="en-US" sz="2000" dirty="0"/>
              <a:t>: where data is served to the guests in the way they need it</a:t>
            </a:r>
          </a:p>
          <a:p>
            <a:pPr lvl="1"/>
            <a:r>
              <a:rPr lang="en-US" sz="2000" dirty="0"/>
              <a:t>Fabric has the </a:t>
            </a:r>
            <a:r>
              <a:rPr lang="en-US" sz="2000" dirty="0">
                <a:hlinkClick r:id="rId3"/>
              </a:rPr>
              <a:t>Medallion architecture</a:t>
            </a:r>
            <a:endParaRPr lang="en-US" sz="2000" dirty="0"/>
          </a:p>
          <a:p>
            <a:pPr lvl="1"/>
            <a:r>
              <a:rPr lang="en-US" sz="2000" dirty="0"/>
              <a:t>Biggest thing is you keep copies of ALL the data the user may WANT to access.</a:t>
            </a:r>
          </a:p>
          <a:p>
            <a:pPr lvl="2"/>
            <a:endParaRPr lang="en-US" sz="2000" dirty="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 dirty="0"/>
              <a:t>Relational: </a:t>
            </a:r>
          </a:p>
          <a:p>
            <a:pPr lvl="1"/>
            <a:r>
              <a:rPr lang="en-US" dirty="0"/>
              <a:t>Things that exist</a:t>
            </a:r>
          </a:p>
          <a:p>
            <a:pPr lvl="1"/>
            <a:r>
              <a:rPr lang="en-US" dirty="0"/>
              <a:t>Basically store the memory of a something or some process</a:t>
            </a:r>
          </a:p>
          <a:p>
            <a:pPr lvl="1"/>
            <a:r>
              <a:rPr lang="en-US" dirty="0"/>
              <a:t>Goal is to match the design exactly to the customer’s real world</a:t>
            </a:r>
          </a:p>
          <a:p>
            <a:pPr lvl="1"/>
            <a:r>
              <a:rPr lang="en-US" dirty="0"/>
              <a:t>Can be very complex, if the customer’s needs are complex</a:t>
            </a:r>
          </a:p>
          <a:p>
            <a:pPr lvl="1"/>
            <a:r>
              <a:rPr lang="en-US" dirty="0"/>
              <a:t>Eliminate duplication to enhance integrity</a:t>
            </a:r>
          </a:p>
          <a:p>
            <a:r>
              <a:rPr lang="en-US" b="1" dirty="0"/>
              <a:t>Dimensional</a:t>
            </a:r>
          </a:p>
          <a:p>
            <a:pPr lvl="1"/>
            <a:r>
              <a:rPr lang="en-US" dirty="0"/>
              <a:t>Actions you want to quantify </a:t>
            </a:r>
          </a:p>
          <a:p>
            <a:pPr lvl="1"/>
            <a:r>
              <a:rPr lang="en-US" dirty="0"/>
              <a:t>Goal is to be able to answer the customer’s questions</a:t>
            </a:r>
          </a:p>
          <a:p>
            <a:pPr lvl="1"/>
            <a:r>
              <a:rPr lang="en-US" dirty="0"/>
              <a:t>Tuning your design to their needs is not simple</a:t>
            </a:r>
          </a:p>
          <a:p>
            <a:pPr lvl="1"/>
            <a:r>
              <a:rPr lang="en-US" dirty="0"/>
              <a:t>Allow duplication to enhance usability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Relational</a:t>
            </a:r>
            <a:endParaRPr lang="en-US" b="1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Based on Normalized Structures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Eliminates redundancies at all levels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Optimized for adding, modifying, and deleting data </a:t>
            </a:r>
            <a:r>
              <a:rPr lang="en-US" u="sng" dirty="0"/>
              <a:t>consistently</a:t>
            </a:r>
            <a:endParaRPr lang="en-US" u="sng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Tables represent individual concepts (nouns) and relationships between them</a:t>
            </a:r>
            <a:endParaRPr lang="en-US" dirty="0">
              <a:ea typeface="Calibri"/>
              <a:cs typeface="Calibri"/>
            </a:endParaRPr>
          </a:p>
          <a:p>
            <a:pPr marL="90932"/>
            <a:r>
              <a:rPr lang="en-US" b="1" dirty="0"/>
              <a:t>Dimensional Modeling</a:t>
            </a:r>
            <a:endParaRPr lang="en-US" sz="2400" b="1" dirty="0"/>
          </a:p>
          <a:p>
            <a:pPr marL="383540" lvl="1"/>
            <a:r>
              <a:rPr lang="en-US" sz="2000" dirty="0"/>
              <a:t>Star Schema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Fact table: Basically a single answer to one or more core questions about an action (grain)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Measures: Numeric details you can aggregate on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Dimensions: Factors you can group the answers on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Dimension Tables: Tables for more complex dimensions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Snowflake Schema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Star Schema with some normalization in the dimensions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 dirty="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Dimensional: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(and arguably Second)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Louis Davidson – </a:t>
            </a:r>
            <a:r>
              <a:rPr lang="en-US" b="1" dirty="0">
                <a:hlinkClick r:id="rId3"/>
              </a:rPr>
              <a:t>louis@drsql.org</a:t>
            </a:r>
            <a:r>
              <a:rPr lang="en-US" b="1" dirty="0"/>
              <a:t>	</a:t>
            </a:r>
          </a:p>
          <a:p>
            <a:r>
              <a:rPr lang="en-US" b="1" dirty="0"/>
              <a:t>Website – </a:t>
            </a:r>
            <a:r>
              <a:rPr lang="en-US" b="1" dirty="0">
                <a:hlinkClick r:id="rId4"/>
              </a:rPr>
              <a:t>http://drsql.link</a:t>
            </a:r>
            <a:r>
              <a:rPr lang="en-US" b="1" dirty="0"/>
              <a:t> </a:t>
            </a:r>
          </a:p>
          <a:p>
            <a:pPr lvl="1"/>
            <a:r>
              <a:rPr lang="en-US" b="1" dirty="0">
                <a:sym typeface="Wingdings" pitchFamily="2" charset="2"/>
              </a:rPr>
              <a:t>Get slides here: </a:t>
            </a:r>
            <a:r>
              <a:rPr lang="en-US" b="1" dirty="0">
                <a:sym typeface="Wingdings" pitchFamily="2" charset="2"/>
                <a:hlinkClick r:id="rId5"/>
              </a:rPr>
              <a:t>https://drsql.link/presentations</a:t>
            </a:r>
            <a:r>
              <a:rPr lang="en-US" b="1" dirty="0">
                <a:sym typeface="Wingdings" pitchFamily="2" charset="2"/>
              </a:rPr>
              <a:t> </a:t>
            </a:r>
            <a:endParaRPr lang="en-US" b="1" dirty="0"/>
          </a:p>
          <a:p>
            <a:r>
              <a:rPr lang="en-US" b="1" dirty="0"/>
              <a:t>Blog – </a:t>
            </a:r>
            <a:r>
              <a:rPr lang="en-US" b="1" dirty="0">
                <a:hlinkClick r:id="rId6"/>
              </a:rPr>
              <a:t>https://drsql.link</a:t>
            </a:r>
            <a:r>
              <a:rPr lang="en-US" b="1" dirty="0"/>
              <a:t> </a:t>
            </a:r>
          </a:p>
          <a:p>
            <a:r>
              <a:rPr lang="en-US" b="1" dirty="0"/>
              <a:t>LinkedIn – </a:t>
            </a:r>
            <a:r>
              <a:rPr lang="en-US" b="1" dirty="0">
                <a:hlinkClick r:id="rId7"/>
              </a:rPr>
              <a:t>https://linkedin.com/in/louisdavidson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260772" y="3729531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nerated QR Image">
            <a:extLst>
              <a:ext uri="{FF2B5EF4-FFF2-40B4-BE49-F238E27FC236}">
                <a16:creationId xmlns:a16="http://schemas.microsoft.com/office/drawing/2014/main" id="{78CAD375-C7B1-E8DA-A791-3BD8A8AB2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7975" y="2396491"/>
            <a:ext cx="2724150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ym typeface="Wingdings" pitchFamily="2" charset="2"/>
                <a:hlinkClick r:id="rId2"/>
              </a:rPr>
              <a:t>https://drsql.link/presentations</a:t>
            </a:r>
            <a:r>
              <a:rPr lang="en-US" dirty="0">
                <a:sym typeface="Wingdings" pitchFamily="2" charset="2"/>
              </a:rPr>
              <a:t> </a:t>
            </a:r>
            <a:endParaRPr lang="en-US" dirty="0"/>
          </a:p>
        </p:txBody>
      </p:sp>
      <p:pic>
        <p:nvPicPr>
          <p:cNvPr id="2050" name="Picture 2" descr="Generated QR Image">
            <a:extLst>
              <a:ext uri="{FF2B5EF4-FFF2-40B4-BE49-F238E27FC236}">
                <a16:creationId xmlns:a16="http://schemas.microsoft.com/office/drawing/2014/main" id="{E68676A4-094A-4D83-CB1F-6970C964A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257" y="1511904"/>
            <a:ext cx="2702719" cy="270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110</TotalTime>
  <Words>1551</Words>
  <Application>Microsoft Office PowerPoint</Application>
  <PresentationFormat>Widescreen</PresentationFormat>
  <Paragraphs>207</Paragraphs>
  <Slides>29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Calibri Light</vt:lpstr>
      <vt:lpstr>Wingdings</vt:lpstr>
      <vt:lpstr>Retrospect</vt:lpstr>
      <vt:lpstr>Office Theme</vt:lpstr>
      <vt:lpstr>Dimensional and Relational Design</vt:lpstr>
      <vt:lpstr>PowerPoint Presentation</vt:lpstr>
      <vt:lpstr>PowerPoint Presentation</vt:lpstr>
      <vt:lpstr>PowerPoint Presentation</vt:lpstr>
      <vt:lpstr>PowerPoint Presentation</vt:lpstr>
      <vt:lpstr>Bit of a warning…</vt:lpstr>
      <vt:lpstr>And now… on with the show!</vt:lpstr>
      <vt:lpstr>Who Am I?</vt:lpstr>
      <vt:lpstr>My background</vt:lpstr>
      <vt:lpstr>PowerPoint Presentation</vt:lpstr>
      <vt:lpstr>My non-tech hobby: Instagram: @figmentsintime</vt:lpstr>
      <vt:lpstr>My professional background</vt:lpstr>
      <vt:lpstr>Why do we build databases to start with?</vt:lpstr>
      <vt:lpstr>Similarities Between Dimensional and Relational</vt:lpstr>
      <vt:lpstr>Difference: Purpose</vt:lpstr>
      <vt:lpstr>Not shown: Lots and lots and lots of stuff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lastModifiedBy>Davidson, Louis</cp:lastModifiedBy>
  <cp:revision>41</cp:revision>
  <dcterms:created xsi:type="dcterms:W3CDTF">2025-02-08T22:44:31Z</dcterms:created>
  <dcterms:modified xsi:type="dcterms:W3CDTF">2026-03-21T17:40:17Z</dcterms:modified>
</cp:coreProperties>
</file>